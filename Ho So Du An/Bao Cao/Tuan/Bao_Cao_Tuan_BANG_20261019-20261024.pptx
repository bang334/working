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644" r:id="rId2"/>
    <p:sldId id="670" r:id="rId3"/>
    <p:sldId id="725" r:id="rId4"/>
    <p:sldId id="726" r:id="rId5"/>
    <p:sldId id="727" r:id="rId6"/>
    <p:sldId id="728" r:id="rId7"/>
    <p:sldId id="730" r:id="rId8"/>
    <p:sldId id="729" r:id="rId9"/>
    <p:sldId id="663" r:id="rId10"/>
    <p:sldId id="684" r:id="rId11"/>
    <p:sldId id="65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26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-53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F15F96-047E-4409-93FA-0D2ADCBAC0B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CDADC6-A3FD-496E-B257-998CC6325B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CDADC6-A3FD-496E-B257-998CC6325B9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CD205-6FE9-4E3A-9826-06155027E54B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807DC-DF00-446B-8C13-61B1D5A3452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CD205-6FE9-4E3A-9826-06155027E54B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807DC-DF00-446B-8C13-61B1D5A3452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CD205-6FE9-4E3A-9826-06155027E54B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807DC-DF00-446B-8C13-61B1D5A3452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CD205-6FE9-4E3A-9826-06155027E54B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807DC-DF00-446B-8C13-61B1D5A3452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CD205-6FE9-4E3A-9826-06155027E54B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807DC-DF00-446B-8C13-61B1D5A3452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CD205-6FE9-4E3A-9826-06155027E54B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807DC-DF00-446B-8C13-61B1D5A3452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CD205-6FE9-4E3A-9826-06155027E54B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807DC-DF00-446B-8C13-61B1D5A3452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CD205-6FE9-4E3A-9826-06155027E54B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807DC-DF00-446B-8C13-61B1D5A3452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CD205-6FE9-4E3A-9826-06155027E54B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807DC-DF00-446B-8C13-61B1D5A3452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CD205-6FE9-4E3A-9826-06155027E54B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807DC-DF00-446B-8C13-61B1D5A3452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CD205-6FE9-4E3A-9826-06155027E54B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807DC-DF00-446B-8C13-61B1D5A3452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CD205-6FE9-4E3A-9826-06155027E54B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807DC-DF00-446B-8C13-61B1D5A3452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1524000" y="1122361"/>
            <a:ext cx="9144000" cy="1904923"/>
          </a:xfrm>
        </p:spPr>
        <p:txBody>
          <a:bodyPr/>
          <a:lstStyle/>
          <a:p>
            <a:r>
              <a:rPr lang="en-US" altLang="zh-TW" dirty="0"/>
              <a:t>Weekly Report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>
          <a:xfrm>
            <a:off x="1524000" y="3027284"/>
            <a:ext cx="9144000" cy="1655762"/>
          </a:xfrm>
        </p:spPr>
        <p:txBody>
          <a:bodyPr/>
          <a:lstStyle/>
          <a:p>
            <a:r>
              <a:rPr sz="2000" b="0">
                <a:solidFill>
                  <a:srgbClr val="FFFFFF"/>
                </a:solidFill>
                <a:latin typeface="微軟正黑體"/>
              </a:rPr>
              <a:t>2026/10/19– 2026/10/24
NGUYEN SY KIM BANG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1395095" y="67945"/>
            <a:ext cx="9476740" cy="385445"/>
          </a:xfrm>
        </p:spPr>
        <p:txBody>
          <a:bodyPr>
            <a:noAutofit/>
          </a:bodyPr>
          <a:lstStyle/>
          <a:p>
            <a:r>
              <a:rPr>
                <a:solidFill>
                  <a:srgbClr val="FFFFFF"/>
                </a:solidFill>
              </a:rPr>
              <a:t>10/19–10/24 This Week’s Schedule（10/25 调整）</a:t>
            </a:r>
            <a:endParaRPr lang="zh-TW" altLang="en-US" sz="3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表格 7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4558343"/>
              </p:ext>
            </p:extLst>
          </p:nvPr>
        </p:nvGraphicFramePr>
        <p:xfrm>
          <a:off x="71120" y="426720"/>
          <a:ext cx="12053570" cy="753445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5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4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3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38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547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253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10/19 (一)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10/20 (二)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10/21 (三)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10/22 (四)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10/23 (五)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10/24 (六)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10/25 (日)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651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上午時段
(8:00~12:00)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Làm quen với các form: Đơn xin thanh toán, Phiếu yêu cầu thanh toán.
熟悉「付款申請書」與「請款單」表單結構與填寫規範。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Theo dõi công nợ các dự án đang thực hiện.
追蹤各專案應收帳款狀況。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Làm Phiếu yêu cầu thanh toán CX 20% 46.8tr HĐ HMV151020250001.
製作 CX 專案 20% 期款（4,680萬越盾）請款單（合約 HMV151020250001）。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Học hỏi cách tối ưu quản lý công nợ.
學習專案應收帳款管理與追蹤優化方法。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Theo dõi công nợ; nghiên cứu tài liệu bàn giao.
追蹤各專案應收帳款；研讀交接資料。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Nghiên cứu tài liệu bàn giao từ cấp trên.
研讀主管交接資料。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648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午休時間
(12:00~13:00)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78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下午時段
(13:00~17:00)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Làm quen với form Hợp đồng sửa chữa; nghiên cứu tài liệu bàn giao.
熟悉「維修合約」範本條款；研讀交接資料。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Theo dõi công nợ, đòi nợ khoản 129tr Vonmax; nghiên cứu tài liệu bàn giao.
追蹤應收帳款，催收弘聲（Vonmax）1.29億越盾款項；研讀交接資料。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Đòi nợ 110tr Vonmax; làm báo giá Eco Prime.
催收 Vonmax 1.1億越盾款項；編製 Eco Prime 報價單。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Học hỏi cách quản lý đơn giao hàng; theo dõi công nợ.
學習出貨單（交貨單）管理流程；持續追蹤應收帳款。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（Thứ 6 hôm nay: Phần công việc sẽ làm sau / cập nhật sau）
（今日週五：後續工作事項稍後補充更新）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Nghiên cứu tài liệu bàn giao; theo dõi công nợ.
研讀交接資料；持續追蹤應收帳款。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晚間加班
(18:00~20:00)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458970" y="206375"/>
            <a:ext cx="31756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10/19 </a:t>
            </a:r>
            <a:r>
              <a:rPr lang="zh-CN" altLang="en-US" b="1" dirty="0">
                <a:solidFill>
                  <a:schemeClr val="accent4"/>
                </a:solidFill>
              </a:rPr>
              <a:t>当周排程工作结果记录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800" y="1063183"/>
            <a:ext cx="117987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1. Học cách làm quen với các form: Đơn xin thanh toán, Phiếu yêu cầu thanh toán / 熟悉「付款申請書」與「請款單」表單</a:t>
            </a:r>
            <a:endParaRPr lang="en-US" dirty="0"/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Nghiên cứu cấu trúc và cách điền biểu mẫu Đơn xin thanh toán và Phiếu yêu cầu thanh toán từ tài liệu bàn giao của chị Trang; nắm các trường thông tin cơ bản và chứng từ kèm theo.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研讀莊主管交接之「付款申請書」與「請款單」表單結構與填寫規範，掌握基本欄位要求及隨附憑證。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2. Học cách làm quen với biểu mẫu Hợp đồng sửa chữa / 熟悉「維修合約」範本條款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Nghiên cứu mẫu hợp đồng dịch vụ sửa chữa song ngữ Việt - Trung được bàn giao, xem xét các điều khoản cơ bản về nội dung sửa chữa và điều kiện thanh toán.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研讀交接之越中雙語維修合約範本，了解維修項目內容及付款條件等基本條款。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3. Nghiên cứu tài liệu bàn giao từ cấp trên / 研讀主管交接工作資料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Tiếp nhận và sắp xếp các file tài liệu bàn giao, biểu mẫu dự án từ chị Trang để làm quen dần với công việc.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接收並整理莊主管交接之各項專案文件及表單資料，熟悉日常業務流程。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458970" y="206375"/>
            <a:ext cx="31756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10/20 </a:t>
            </a:r>
            <a:r>
              <a:rPr lang="zh-CN" altLang="en-US" b="1" dirty="0">
                <a:solidFill>
                  <a:schemeClr val="accent4"/>
                </a:solidFill>
              </a:rPr>
              <a:t>当周排程工作结果记录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657" y="1040975"/>
            <a:ext cx="1161189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1. Theo dõi công nợ các dự án / 追蹤各專案應收帳款</a:t>
            </a:r>
            <a:endParaRPr lang="en-US" dirty="0"/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Kiểm tra và theo dõi bảng công nợ các dự án đang thực hiện theo file bàn giao để nắm tình hình các khoản phải thu.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檢視並追蹤交接之專案應收帳款表，掌握各專案款項狀況。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2. Đòi nợ khoản 129 triệu VNĐ Vonmax / 催收弘聲（Vonmax）1.29億越盾應收款項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Theo dõi và liên hệ khách hàng Vonmax để đôn đốc việc thanh toán khoản nợ đến hạn 129.000.000 VNĐ.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追蹤並聯繫客戶弘聲（Vonmax），催促支付已到期之 129,000,000 越盾款項。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3. Nghiên cứu tài liệu bàn giao / 研讀交接資料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Tiếp tục nghiên cứu các tài liệu, hồ sơ dự án đã được bàn giao để nắm rõ hơn quy trình xử lý công nợ.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持續研讀交接之專案文件，進一步了解應收帳款之處理流程。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458970" y="206375"/>
            <a:ext cx="31756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10/21 </a:t>
            </a:r>
            <a:r>
              <a:rPr lang="zh-CN" altLang="en-US" b="1" dirty="0">
                <a:solidFill>
                  <a:schemeClr val="accent4"/>
                </a:solidFill>
              </a:rPr>
              <a:t>当周排程工作结果记录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6645" y="1278645"/>
            <a:ext cx="1164139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1. Làm Phiếu yêu cầu thanh toán CX 20% (46,8 triệu VNĐ) hợp đồng HMV151020250001 / 製作 CX 專案 20%（4,680萬越盾）請款單（合約 HMV151020250001）</a:t>
            </a:r>
            <a:endParaRPr lang="en-US" dirty="0"/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Thực hiện lập Phiếu yêu cầu thanh toán đợt 20% trị giá 46.800.000 VNĐ cho hợp đồng CX số HMV151020250001 theo đúng biểu mẫu đã được hướng dẫn.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依合約 HMV151020250001 製作 CX 專案 20% 期款請款單，金額為 46,800,000 越盾。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2. Đòi nợ khoản 110 triệu VNĐ Vonmax / 催收 Vonmax 1.1億越盾應收款項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Tiếp tục theo dõi công nợ và đôn đốc khách hàng Vonmax đối với khoản thanh toán 110.000.000 VNĐ.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持續跟進應收帳款，催促 Vonmax 支付 110,000,000 越盾款項。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3. Làm báo giá Eco Prime / 編製 Eco Prime 報價單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Thực hiện làm bảng báo giá thiết bị đồng hồ điện theo mẫu gửi cho dự án Eco Prime.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依標準範本編製 Eco Prime 專案電表設備報價單。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458970" y="206375"/>
            <a:ext cx="31756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10/22 </a:t>
            </a:r>
            <a:r>
              <a:rPr lang="zh-CN" altLang="en-US" b="1" dirty="0">
                <a:solidFill>
                  <a:schemeClr val="accent4"/>
                </a:solidFill>
              </a:rPr>
              <a:t>当周排程工作结果记录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6529" y="1190789"/>
            <a:ext cx="111989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1. Học hỏi cách tối ưu quản lý công nợ / 學習專案應收帳款管理優化</a:t>
            </a:r>
            <a:endParaRPr lang="en-US" dirty="0"/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Tìm hiểu và học hỏi cách sắp xếp, theo dõi và tối ưu hóa bảng quản lý công nợ để theo dõi các khoản nợ thuận tiện hơn.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學習應收帳款管理與追蹤優化方式，提升帳款管理與查核效率。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2. Học hỏi cách quản lý đơn giao hàng / 學習出貨單（交貨單）管理流程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Tìm hiểu quy trình quản lý đơn giao hàng, phiếu xuất kho và chứng từ bàn giao hàng hóa trong dự án.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學習專案出貨單、交貨單及貨物交接憑證之管理流程。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3. Theo dõi công nợ các dự án / 持續追蹤專案應收帳款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Rà soát lại tiến độ công nợ các dự án đang thực hiện và cập nhật thông tin theo dõi.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盤點各執行中專案之應收帳款進度並更新追蹤紀錄。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458970" y="206375"/>
            <a:ext cx="31756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10/23 </a:t>
            </a:r>
            <a:r>
              <a:rPr lang="zh-CN" altLang="en-US" b="1" dirty="0">
                <a:solidFill>
                  <a:schemeClr val="accent4"/>
                </a:solidFill>
              </a:rPr>
              <a:t>当周排程工作结果记录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" y="1045414"/>
            <a:ext cx="12192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1. Theo dõi công nợ các dự án / 追蹤專案應收帳款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Tiếp tục theo dõi tình hình thanh toán công nợ từ khách hàng theo danh mục đã rà soát trong tuần.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持續追蹤本週已核對之各客戶款項支付進度。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2. Nghiên cứu tài liệu bàn giao / 研讀交接資料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Tiếp tục đọc và nghiên cứu các tài liệu biểu mẫu bàn giao để củng cố nghiệp vụ quản lý dự án.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持續研讀交接之各項表單與專案資料，加深業務流程理解。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3. Công việc Thứ 6 (hôm nay sẽ cập nhật sau) / 今日週五工作事項（後續補充）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Các nội dung công việc phát sinh trong ngày Thứ 6 sẽ được cập nhật và hoàn thiện sau khi kết thúc ngày làm việc.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週五當日其餘具體執行事項將於下班前陸續補充更新。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458970" y="206375"/>
            <a:ext cx="31756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10/24 </a:t>
            </a:r>
            <a:r>
              <a:rPr lang="zh-CN" altLang="en-US" b="1" dirty="0">
                <a:solidFill>
                  <a:schemeClr val="accent4"/>
                </a:solidFill>
              </a:rPr>
              <a:t>当周排程工作结果记录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7149" y="974694"/>
            <a:ext cx="1190686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1. Nghiên cứu tài liệu bàn giao từ cấp trên / 研讀主管交接資料</a:t>
            </a:r>
            <a:endParaRPr lang="en-US" dirty="0"/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Tiếp tục nghiên cứu các quy trình công việc và tài liệu dự án được cấp trên bàn giao.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持續研讀主管交接之專案文件及業務作業指引。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2. Theo dõi công nợ dự án / 追蹤專案應收帳款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Cập nhật và theo dõi các khoản công nợ của khách hàng; sắp xếp lại tài liệu làm việc trong tuần.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持續追蹤客戶應收帳款，整理歸納本週工作資料。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98787" y="1671935"/>
            <a:ext cx="609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1229032" y="847058"/>
            <a:ext cx="9144000" cy="1904923"/>
          </a:xfrm>
        </p:spPr>
        <p:txBody>
          <a:bodyPr>
            <a:normAutofit/>
          </a:bodyPr>
          <a:lstStyle/>
          <a:p>
            <a:r>
              <a:rPr lang="en-US" altLang="zh-TW" sz="48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Next Week Task</a:t>
            </a:r>
            <a:endParaRPr lang="zh-TW" altLang="en-US" sz="4800" dirty="0"/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>
          <a:xfrm>
            <a:off x="1229032" y="2751981"/>
            <a:ext cx="9144000" cy="1655762"/>
          </a:xfrm>
        </p:spPr>
        <p:txBody>
          <a:bodyPr/>
          <a:lstStyle/>
          <a:p>
            <a:r>
              <a:rPr sz="2000" b="0">
                <a:solidFill>
                  <a:srgbClr val="FFFFFF"/>
                </a:solidFill>
                <a:latin typeface="微軟正黑體"/>
              </a:rPr>
              <a:t>2026/10/26– 2026/10/31
NGUYEN SY KIM BANG</a:t>
            </a:r>
            <a:endParaRPr lang="vi-V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1789471" y="57100"/>
            <a:ext cx="9144000" cy="385352"/>
          </a:xfrm>
        </p:spPr>
        <p:txBody>
          <a:bodyPr>
            <a:noAutofit/>
          </a:bodyPr>
          <a:lstStyle/>
          <a:p>
            <a:r>
              <a:rPr>
                <a:solidFill>
                  <a:srgbClr val="FFFFFF"/>
                </a:solidFill>
              </a:rPr>
              <a:t>10/26–10/31 Next Week’s Tasks – Scheduled（11/01 調整）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表格 7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95796062"/>
              </p:ext>
            </p:extLst>
          </p:nvPr>
        </p:nvGraphicFramePr>
        <p:xfrm>
          <a:off x="71120" y="426720"/>
          <a:ext cx="12053570" cy="95783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45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1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3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38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547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10/26 (一)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10/27 (二)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10/28 (三)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10/29 (四)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10/30 (五)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10/31 (六)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11/01 (日)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4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上午時段
(8:00~12:00)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Theo dõi công nợ, đôn đốc khách hàng thanh toán.
持續追蹤應收帳款，催收客戶款項。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Nghiên cứu tài liệu bàn giao từ cấp trên.
研讀主管交接資料。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Theo dõi công nợ, kiểm tra các khoản đến hạn.
追蹤應收帳款，核對到期款項。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Nghiên cứu tài liệu bàn giao và làm quen các form biểu mẫu.
研讀交接資料，熟悉業務管理表單。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Theo dõi công nợ các dự án.
追蹤各專案應收帳款狀況。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Nghiên cứu tài liệu bàn giao, sắp xếp hồ sơ.
研讀交接資料，整理文件歸檔。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午休時間
(12:00~13:00)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20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下午時段
(13:00~17:00)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Nghiên cứu tài liệu bàn giao; theo dõi công nợ.
研讀交接資料；持續追蹤應收帳款。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Theo dõi công nợ, đôn đốc các khoản nợ của khách hàng.
持續追蹤應收帳款，催收客戶款項。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Nghiên cứu tài liệu bàn giao, học hỏi các biểu mẫu dự án.
研讀交接資料，熟悉專案各項表單。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Theo dõi công nợ và cập nhật bảng theo dõi.
持續追蹤應收帳款並更新追蹤表。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Nghiên cứu tài liệu bàn giao; theo dõi công nợ.
研讀交接資料；持續追蹤應收帳款。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>Sắp xếp tài liệu bàn giao và theo dõi công nợ.
整理交接資料，追蹤專案應收帳款。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晚間加班
(18:00~20:00)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1442720" y="104140"/>
            <a:ext cx="9144000" cy="753745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To Do List </a:t>
            </a:r>
            <a:r>
              <a:rPr lang="zh-TW" altLang="en-US" sz="5400" dirty="0"/>
              <a:t>待處理事項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4273" y="1024522"/>
            <a:ext cx="11612880" cy="69945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Kế hoạch tuần tới</a:t>
            </a:r>
            <a:endParaRPr lang="en-US" b="1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下週工作計畫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1. Tiếp tục theo dõi công nợ và đôn đốc các khoản thanh toán của khách hàng (như Vonmax, CX).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2. Tiếp tục nghiên cứu tài liệu bàn giao từ cấp trên và làm quen thêm với các form biểu mẫu quản lý công việc.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F0F0F0"/>
                </a:solidFill>
                <a:latin typeface="微軟正黑體"/>
              </a:rPr>
              <a:t>3. Cập nhật và rà soát thường xuyên bảng theo dõi công nợ để nắm bắt kịp thời các khoản đến hạn.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1. 持續追蹤專案應收帳款，催收客戶到期款項（如 Vonmax、CX）。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2. 持續研讀主管交接之工作資料，進一步熟悉各項業務管理表單與作業規範。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EBEBE"/>
                </a:solidFill>
                <a:latin typeface="微軟正黑體"/>
              </a:rPr>
              <a:t>3. 定期更新並核對應收帳款追蹤表，及時掌握各專案到期款項狀況。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43*498"/>
  <p:tag name="TABLE_ENDDRAG_RECT" val="8*33*943*49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43*498"/>
  <p:tag name="TABLE_ENDDRAG_RECT" val="8*33*943*498"/>
</p:tagLst>
</file>

<file path=ppt/theme/theme1.xml><?xml version="1.0" encoding="utf-8"?>
<a:theme xmlns:a="http://schemas.openxmlformats.org/drawingml/2006/main" name="Office Theme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216</TotalTime>
  <Words>3033</Words>
  <Application>Microsoft Office PowerPoint</Application>
  <PresentationFormat>Widescreen</PresentationFormat>
  <Paragraphs>162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Microsoft JhengHei</vt:lpstr>
      <vt:lpstr>Aptos</vt:lpstr>
      <vt:lpstr>Arial</vt:lpstr>
      <vt:lpstr>Calibri</vt:lpstr>
      <vt:lpstr>Calibri Light</vt:lpstr>
      <vt:lpstr>Times New Roman</vt:lpstr>
      <vt:lpstr>Office Theme</vt:lpstr>
      <vt:lpstr>Weekly Report</vt:lpstr>
      <vt:lpstr>10/05–10/10 This Week’s Schedule（10/11 调整）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Week Task</vt:lpstr>
      <vt:lpstr>10/12–10/17 Next Week’s Tasks – Scheduled（10/18 調整）</vt:lpstr>
      <vt:lpstr>To Do List 待處理事項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</dc:title>
  <dc:creator>大助 藥屋</dc:creator>
  <cp:lastModifiedBy>洋銘資訊</cp:lastModifiedBy>
  <cp:revision>1670</cp:revision>
  <dcterms:created xsi:type="dcterms:W3CDTF">2021-11-12T02:01:00Z</dcterms:created>
  <dcterms:modified xsi:type="dcterms:W3CDTF">2026-10-09T02:26:43Z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55EE86B32F0141AD9B868265118C272D_13</vt:lpwstr>
  </property>
  <property fmtid="{D5CDD505-2E9C-101B-9397-08002B2CF9AE}" pid="3" name="KSOProductBuildVer">
    <vt:lpwstr>1033-12.1.0.28032</vt:lpwstr>
  </property>
</Properties>
</file>