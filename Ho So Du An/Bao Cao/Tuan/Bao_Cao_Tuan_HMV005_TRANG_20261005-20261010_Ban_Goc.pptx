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644" r:id="rId2"/>
    <p:sldId id="670" r:id="rId3"/>
    <p:sldId id="725" r:id="rId4"/>
    <p:sldId id="726" r:id="rId5"/>
    <p:sldId id="727" r:id="rId6"/>
    <p:sldId id="728" r:id="rId7"/>
    <p:sldId id="730" r:id="rId8"/>
    <p:sldId id="729" r:id="rId9"/>
    <p:sldId id="663" r:id="rId10"/>
    <p:sldId id="684" r:id="rId11"/>
    <p:sldId id="65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026" autoAdjust="0"/>
  </p:normalViewPr>
  <p:slideViewPr>
    <p:cSldViewPr snapToGrid="0">
      <p:cViewPr varScale="1">
        <p:scale>
          <a:sx n="78" d="100"/>
          <a:sy n="78" d="100"/>
        </p:scale>
        <p:origin x="878" y="72"/>
      </p:cViewPr>
      <p:guideLst/>
    </p:cSldViewPr>
  </p:slideViewPr>
  <p:outlineViewPr>
    <p:cViewPr>
      <p:scale>
        <a:sx n="33" d="100"/>
        <a:sy n="33" d="100"/>
      </p:scale>
      <p:origin x="0" y="-53"/>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F15F96-047E-4409-93FA-0D2ADCBAC0BB}" type="datetimeFigureOut">
              <a:rPr lang="en-US" smtClean="0"/>
              <a:t>10/9/2026</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CDADC6-A3FD-496E-B257-998CC6325B9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CDADC6-A3FD-496E-B257-998CC6325B99}"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760CD205-6FE9-4E3A-9826-06155027E54B}" type="datetimeFigureOut">
              <a:rPr lang="zh-TW" altLang="en-US" smtClean="0"/>
              <a:t>2026/10/9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60807DC-DF00-446B-8C13-61B1D5A34520}" type="slidenum">
              <a:rPr lang="zh-TW" altLang="en-US" smtClean="0"/>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760CD205-6FE9-4E3A-9826-06155027E54B}" type="datetimeFigureOut">
              <a:rPr lang="zh-TW" altLang="en-US" smtClean="0"/>
              <a:t>2026/10/9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60807DC-DF00-446B-8C13-61B1D5A34520}"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760CD205-6FE9-4E3A-9826-06155027E54B}" type="datetimeFigureOut">
              <a:rPr lang="zh-TW" altLang="en-US" smtClean="0"/>
              <a:t>2026/10/9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60807DC-DF00-446B-8C13-61B1D5A34520}"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760CD205-6FE9-4E3A-9826-06155027E54B}" type="datetimeFigureOut">
              <a:rPr lang="zh-TW" altLang="en-US" smtClean="0"/>
              <a:t>2026/10/9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60807DC-DF00-446B-8C13-61B1D5A34520}" type="slidenum">
              <a:rPr lang="zh-TW" altLang="en-US" smtClean="0"/>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760CD205-6FE9-4E3A-9826-06155027E54B}" type="datetimeFigureOut">
              <a:rPr lang="zh-TW" altLang="en-US" smtClean="0"/>
              <a:t>2026/10/9</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60807DC-DF00-446B-8C13-61B1D5A34520}"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760CD205-6FE9-4E3A-9826-06155027E54B}" type="datetimeFigureOut">
              <a:rPr lang="zh-TW" altLang="en-US" smtClean="0"/>
              <a:t>2026/10/9</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60807DC-DF00-446B-8C13-61B1D5A34520}"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0CD205-6FE9-4E3A-9826-06155027E54B}" type="datetimeFigureOut">
              <a:rPr lang="zh-TW" altLang="en-US" smtClean="0"/>
              <a:t>2026/10/9</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60807DC-DF00-446B-8C13-61B1D5A34520}"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760CD205-6FE9-4E3A-9826-06155027E54B}" type="datetimeFigureOut">
              <a:rPr lang="zh-TW" altLang="en-US" smtClean="0"/>
              <a:t>2026/10/9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60807DC-DF00-446B-8C13-61B1D5A34520}"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760CD205-6FE9-4E3A-9826-06155027E54B}" type="datetimeFigureOut">
              <a:rPr lang="zh-TW" altLang="en-US" smtClean="0"/>
              <a:t>2026/10/9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60807DC-DF00-446B-8C13-61B1D5A34520}"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760CD205-6FE9-4E3A-9826-06155027E54B}" type="datetimeFigureOut">
              <a:rPr lang="zh-TW" altLang="en-US" smtClean="0"/>
              <a:t>2026/10/9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60807DC-DF00-446B-8C13-61B1D5A34520}"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760CD205-6FE9-4E3A-9826-06155027E54B}" type="datetimeFigureOut">
              <a:rPr lang="zh-TW" altLang="en-US" smtClean="0"/>
              <a:t>2026/10/9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60807DC-DF00-446B-8C13-61B1D5A34520}" type="slidenum">
              <a:rPr lang="zh-TW" altLang="en-US" smtClean="0"/>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0CD205-6FE9-4E3A-9826-06155027E54B}" type="datetimeFigureOut">
              <a:rPr lang="zh-TW" altLang="en-US" smtClean="0"/>
              <a:t>2026/10/9</a:t>
            </a:fld>
            <a:endParaRPr lang="zh-TW"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0807DC-DF00-446B-8C13-61B1D5A34520}" type="slidenum">
              <a:rPr lang="zh-TW" altLang="en-US" smtClean="0"/>
              <a:t>‹#›</a:t>
            </a:fld>
            <a:endParaRPr lang="zh-TW" alt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ctrTitle"/>
          </p:nvPr>
        </p:nvSpPr>
        <p:spPr>
          <a:xfrm>
            <a:off x="1524000" y="1122361"/>
            <a:ext cx="9144000" cy="1904923"/>
          </a:xfrm>
        </p:spPr>
        <p:txBody>
          <a:bodyPr/>
          <a:lstStyle/>
          <a:p>
            <a:r>
              <a:rPr lang="en-US" altLang="zh-TW" dirty="0"/>
              <a:t>Weekly Report</a:t>
            </a:r>
            <a:endParaRPr lang="zh-TW" altLang="en-US" dirty="0"/>
          </a:p>
        </p:txBody>
      </p:sp>
      <p:sp>
        <p:nvSpPr>
          <p:cNvPr id="5" name="副標題 4"/>
          <p:cNvSpPr>
            <a:spLocks noGrp="1"/>
          </p:cNvSpPr>
          <p:nvPr>
            <p:ph type="subTitle" idx="1"/>
          </p:nvPr>
        </p:nvSpPr>
        <p:spPr>
          <a:xfrm>
            <a:off x="1524000" y="3027284"/>
            <a:ext cx="9144000" cy="1655762"/>
          </a:xfrm>
        </p:spPr>
        <p:txBody>
          <a:bodyPr/>
          <a:lstStyle/>
          <a:p>
            <a:r>
              <a:rPr lang="en-US" altLang="zh-TW" dirty="0">
                <a:latin typeface="Times New Roman" panose="02020603050405020304" pitchFamily="18" charset="0"/>
                <a:cs typeface="Times New Roman" panose="02020603050405020304" pitchFamily="18" charset="0"/>
              </a:rPr>
              <a:t>2026/10/05–</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2026/10/10</a:t>
            </a:r>
            <a:br>
              <a:rPr lang="en-US" altLang="zh-TW" dirty="0">
                <a:latin typeface="Times New Roman" panose="02020603050405020304" pitchFamily="18" charset="0"/>
                <a:cs typeface="Times New Roman" panose="02020603050405020304" pitchFamily="18" charset="0"/>
              </a:rPr>
            </a:br>
            <a:r>
              <a:rPr lang="vi-VN" altLang="en-US" dirty="0">
                <a:latin typeface="+mj-lt"/>
              </a:rPr>
              <a:t>THANH TRANG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標題 1"/>
          <p:cNvSpPr>
            <a:spLocks noGrp="1"/>
          </p:cNvSpPr>
          <p:nvPr>
            <p:ph type="title"/>
          </p:nvPr>
        </p:nvSpPr>
        <p:spPr>
          <a:xfrm>
            <a:off x="1395095" y="67945"/>
            <a:ext cx="9476740" cy="385445"/>
          </a:xfrm>
        </p:spPr>
        <p:txBody>
          <a:bodyPr>
            <a:noAutofit/>
          </a:bodyPr>
          <a:lstStyle/>
          <a:p>
            <a:r>
              <a:rPr lang="en-US" sz="3200" dirty="0">
                <a:sym typeface="+mn-ea"/>
              </a:rPr>
              <a:t>10</a:t>
            </a:r>
            <a:r>
              <a:rPr sz="3200" dirty="0">
                <a:sym typeface="+mn-ea"/>
              </a:rPr>
              <a:t>/</a:t>
            </a:r>
            <a:r>
              <a:rPr lang="en-US" sz="3200" dirty="0">
                <a:sym typeface="+mn-ea"/>
              </a:rPr>
              <a:t>05</a:t>
            </a:r>
            <a:r>
              <a:rPr sz="3200" dirty="0">
                <a:sym typeface="+mn-ea"/>
              </a:rPr>
              <a:t>–</a:t>
            </a:r>
            <a:r>
              <a:rPr lang="en-US" sz="3200" dirty="0">
                <a:sym typeface="+mn-ea"/>
              </a:rPr>
              <a:t>10</a:t>
            </a:r>
            <a:r>
              <a:rPr sz="3200" dirty="0">
                <a:sym typeface="+mn-ea"/>
              </a:rPr>
              <a:t>/</a:t>
            </a:r>
            <a:r>
              <a:rPr lang="en-US" sz="3200" dirty="0">
                <a:sym typeface="+mn-ea"/>
              </a:rPr>
              <a:t>10 </a:t>
            </a:r>
            <a:r>
              <a:rPr lang="en-US" sz="3600" b="1" dirty="0"/>
              <a:t>This Week’s Schedule</a:t>
            </a:r>
            <a:r>
              <a:rPr lang="zh-CN" altLang="en-US" sz="3200" dirty="0">
                <a:latin typeface="Microsoft JhengHei" panose="020B0604030504040204" pitchFamily="34" charset="-120"/>
                <a:ea typeface="Microsoft JhengHei" panose="020B0604030504040204" pitchFamily="34" charset="-120"/>
              </a:rPr>
              <a:t>（</a:t>
            </a:r>
            <a:r>
              <a:rPr lang="en-US" altLang="zh-CN" sz="3200" dirty="0">
                <a:solidFill>
                  <a:srgbClr val="FF0000"/>
                </a:solidFill>
                <a:latin typeface="Microsoft JhengHei" panose="020B0604030504040204" pitchFamily="34" charset="-120"/>
                <a:ea typeface="Microsoft JhengHei" panose="020B0604030504040204" pitchFamily="34" charset="-120"/>
              </a:rPr>
              <a:t>10/11 </a:t>
            </a:r>
            <a:r>
              <a:rPr lang="zh-CN" altLang="en-US" sz="3200" dirty="0">
                <a:solidFill>
                  <a:srgbClr val="FF0000"/>
                </a:solidFill>
                <a:latin typeface="Microsoft JhengHei" panose="020B0604030504040204" pitchFamily="34" charset="-120"/>
                <a:ea typeface="Microsoft JhengHei" panose="020B0604030504040204" pitchFamily="34" charset="-120"/>
              </a:rPr>
              <a:t>调整</a:t>
            </a:r>
            <a:r>
              <a:rPr lang="zh-CN" altLang="en-US" sz="3200" dirty="0">
                <a:latin typeface="Microsoft JhengHei" panose="020B0604030504040204" pitchFamily="34" charset="-120"/>
                <a:ea typeface="Microsoft JhengHei" panose="020B0604030504040204" pitchFamily="34" charset="-120"/>
              </a:rPr>
              <a:t>）</a:t>
            </a:r>
            <a:endParaRPr lang="zh-TW" altLang="en-US" sz="3200" dirty="0">
              <a:latin typeface="Microsoft JhengHei" panose="020B0604030504040204" pitchFamily="34" charset="-120"/>
              <a:ea typeface="Microsoft JhengHei" panose="020B0604030504040204" pitchFamily="34" charset="-120"/>
            </a:endParaRPr>
          </a:p>
        </p:txBody>
      </p:sp>
      <p:sp>
        <p:nvSpPr>
          <p:cNvPr id="3" name="Content Placeholder 2"/>
          <p:cNvSpPr>
            <a:spLocks noGrp="1"/>
          </p:cNvSpPr>
          <p:nvPr>
            <p:ph idx="1"/>
          </p:nvPr>
        </p:nvSpPr>
        <p:spPr/>
        <p:txBody>
          <a:bodyPr/>
          <a:lstStyle/>
          <a:p>
            <a:endParaRPr lang="en-US"/>
          </a:p>
        </p:txBody>
      </p:sp>
      <p:graphicFrame>
        <p:nvGraphicFramePr>
          <p:cNvPr id="4" name="表格 7"/>
          <p:cNvGraphicFramePr/>
          <p:nvPr>
            <p:custDataLst>
              <p:tags r:id="rId1"/>
            </p:custDataLst>
            <p:extLst>
              <p:ext uri="{D42A27DB-BD31-4B8C-83A1-F6EECF244321}">
                <p14:modId xmlns:p14="http://schemas.microsoft.com/office/powerpoint/2010/main" val="1504558343"/>
              </p:ext>
            </p:extLst>
          </p:nvPr>
        </p:nvGraphicFramePr>
        <p:xfrm>
          <a:off x="71120" y="426720"/>
          <a:ext cx="12053570" cy="7534459"/>
        </p:xfrm>
        <a:graphic>
          <a:graphicData uri="http://schemas.openxmlformats.org/drawingml/2006/table">
            <a:tbl>
              <a:tblPr firstRow="1" bandRow="1">
                <a:tableStyleId>{00A15C55-8517-42AA-B614-E9B94910E393}</a:tableStyleId>
              </a:tblPr>
              <a:tblGrid>
                <a:gridCol w="1452880">
                  <a:extLst>
                    <a:ext uri="{9D8B030D-6E8A-4147-A177-3AD203B41FA5}">
                      <a16:colId xmlns:a16="http://schemas.microsoft.com/office/drawing/2014/main" val="20000"/>
                    </a:ext>
                  </a:extLst>
                </a:gridCol>
                <a:gridCol w="1546225">
                  <a:extLst>
                    <a:ext uri="{9D8B030D-6E8A-4147-A177-3AD203B41FA5}">
                      <a16:colId xmlns:a16="http://schemas.microsoft.com/office/drawing/2014/main" val="20001"/>
                    </a:ext>
                  </a:extLst>
                </a:gridCol>
                <a:gridCol w="1638300">
                  <a:extLst>
                    <a:ext uri="{9D8B030D-6E8A-4147-A177-3AD203B41FA5}">
                      <a16:colId xmlns:a16="http://schemas.microsoft.com/office/drawing/2014/main" val="20002"/>
                    </a:ext>
                  </a:extLst>
                </a:gridCol>
                <a:gridCol w="1664970">
                  <a:extLst>
                    <a:ext uri="{9D8B030D-6E8A-4147-A177-3AD203B41FA5}">
                      <a16:colId xmlns:a16="http://schemas.microsoft.com/office/drawing/2014/main" val="20003"/>
                    </a:ext>
                  </a:extLst>
                </a:gridCol>
                <a:gridCol w="1543685">
                  <a:extLst>
                    <a:ext uri="{9D8B030D-6E8A-4147-A177-3AD203B41FA5}">
                      <a16:colId xmlns:a16="http://schemas.microsoft.com/office/drawing/2014/main" val="20004"/>
                    </a:ext>
                  </a:extLst>
                </a:gridCol>
                <a:gridCol w="1553845">
                  <a:extLst>
                    <a:ext uri="{9D8B030D-6E8A-4147-A177-3AD203B41FA5}">
                      <a16:colId xmlns:a16="http://schemas.microsoft.com/office/drawing/2014/main" val="20005"/>
                    </a:ext>
                  </a:extLst>
                </a:gridCol>
                <a:gridCol w="1454785">
                  <a:extLst>
                    <a:ext uri="{9D8B030D-6E8A-4147-A177-3AD203B41FA5}">
                      <a16:colId xmlns:a16="http://schemas.microsoft.com/office/drawing/2014/main" val="20006"/>
                    </a:ext>
                  </a:extLst>
                </a:gridCol>
                <a:gridCol w="1198880">
                  <a:extLst>
                    <a:ext uri="{9D8B030D-6E8A-4147-A177-3AD203B41FA5}">
                      <a16:colId xmlns:a16="http://schemas.microsoft.com/office/drawing/2014/main" val="20007"/>
                    </a:ext>
                  </a:extLst>
                </a:gridCol>
              </a:tblGrid>
              <a:tr h="625332">
                <a:tc>
                  <a:txBody>
                    <a:bodyPr/>
                    <a:lstStyle/>
                    <a:p>
                      <a:pPr algn="ctr"/>
                      <a:r>
                        <a:rPr lang="zh-TW" altLang="en-US" dirty="0">
                          <a:solidFill>
                            <a:schemeClr val="bg1"/>
                          </a:solidFill>
                          <a:latin typeface="+mj-lt"/>
                          <a:ea typeface="Microsoft JhengHei" panose="020B0604030504040204" pitchFamily="34" charset="-120"/>
                        </a:rPr>
                        <a:t>日期</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800" dirty="0">
                          <a:solidFill>
                            <a:schemeClr val="bg1"/>
                          </a:solidFill>
                          <a:latin typeface="+mj-lt"/>
                          <a:ea typeface="Microsoft JhengHei" panose="020B0604030504040204" pitchFamily="34" charset="-120"/>
                        </a:rPr>
                        <a:t>10/05 </a:t>
                      </a:r>
                      <a:r>
                        <a:rPr lang="en-US" altLang="zh-TW" dirty="0">
                          <a:solidFill>
                            <a:schemeClr val="bg1"/>
                          </a:solidFill>
                          <a:latin typeface="+mj-lt"/>
                          <a:ea typeface="Microsoft JhengHei" panose="020B0604030504040204" pitchFamily="34" charset="-120"/>
                        </a:rPr>
                        <a:t>(</a:t>
                      </a:r>
                      <a:r>
                        <a:rPr lang="zh-TW" altLang="en-US" dirty="0">
                          <a:solidFill>
                            <a:schemeClr val="bg1"/>
                          </a:solidFill>
                          <a:latin typeface="+mj-lt"/>
                          <a:ea typeface="Microsoft JhengHei" panose="020B0604030504040204" pitchFamily="34" charset="-120"/>
                        </a:rPr>
                        <a:t>一</a:t>
                      </a:r>
                      <a:r>
                        <a:rPr lang="en-US" altLang="zh-TW" dirty="0">
                          <a:solidFill>
                            <a:schemeClr val="bg1"/>
                          </a:solidFill>
                          <a:latin typeface="+mj-lt"/>
                          <a:ea typeface="Microsoft JhengHei" panose="020B0604030504040204" pitchFamily="34" charset="-120"/>
                        </a:rPr>
                        <a:t>)</a:t>
                      </a:r>
                      <a:endParaRPr lang="zh-TW" altLang="en-US" dirty="0">
                        <a:solidFill>
                          <a:schemeClr val="bg1"/>
                        </a:solidFill>
                        <a:latin typeface="+mj-lt"/>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800" dirty="0">
                          <a:solidFill>
                            <a:schemeClr val="bg1"/>
                          </a:solidFill>
                          <a:latin typeface="+mj-lt"/>
                          <a:ea typeface="Microsoft JhengHei" panose="020B0604030504040204" pitchFamily="34" charset="-120"/>
                        </a:rPr>
                        <a:t>10</a:t>
                      </a:r>
                      <a:r>
                        <a:rPr lang="vi-VN" altLang="zh-TW" sz="1800" dirty="0">
                          <a:solidFill>
                            <a:schemeClr val="bg1"/>
                          </a:solidFill>
                          <a:latin typeface="+mj-lt"/>
                          <a:ea typeface="Microsoft JhengHei" panose="020B0604030504040204" pitchFamily="34" charset="-120"/>
                        </a:rPr>
                        <a:t>/</a:t>
                      </a:r>
                      <a:r>
                        <a:rPr lang="en-US" altLang="zh-TW" sz="1800" dirty="0">
                          <a:solidFill>
                            <a:schemeClr val="bg1"/>
                          </a:solidFill>
                          <a:latin typeface="+mj-lt"/>
                          <a:ea typeface="Microsoft JhengHei" panose="020B0604030504040204" pitchFamily="34" charset="-120"/>
                        </a:rPr>
                        <a:t>06</a:t>
                      </a:r>
                      <a:r>
                        <a:rPr lang="en-US" altLang="zh-TW" dirty="0">
                          <a:solidFill>
                            <a:schemeClr val="bg1"/>
                          </a:solidFill>
                          <a:latin typeface="+mj-lt"/>
                          <a:ea typeface="Microsoft JhengHei" panose="020B0604030504040204" pitchFamily="34" charset="-120"/>
                        </a:rPr>
                        <a:t>(</a:t>
                      </a:r>
                      <a:r>
                        <a:rPr lang="zh-CN" altLang="en-US" dirty="0">
                          <a:solidFill>
                            <a:schemeClr val="bg1"/>
                          </a:solidFill>
                          <a:latin typeface="+mj-lt"/>
                          <a:ea typeface="Microsoft JhengHei" panose="020B0604030504040204" pitchFamily="34" charset="-120"/>
                        </a:rPr>
                        <a:t>二</a:t>
                      </a:r>
                      <a:r>
                        <a:rPr lang="en-US" altLang="zh-TW" dirty="0">
                          <a:solidFill>
                            <a:schemeClr val="bg1"/>
                          </a:solidFill>
                          <a:latin typeface="+mj-lt"/>
                          <a:ea typeface="Microsoft JhengHei" panose="020B0604030504040204" pitchFamily="34" charset="-120"/>
                        </a:rPr>
                        <a:t>)</a:t>
                      </a:r>
                      <a:endParaRPr lang="zh-TW" altLang="en-US" dirty="0">
                        <a:solidFill>
                          <a:schemeClr val="bg1"/>
                        </a:solidFill>
                        <a:latin typeface="+mj-lt"/>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800" dirty="0">
                          <a:solidFill>
                            <a:schemeClr val="bg1"/>
                          </a:solidFill>
                          <a:latin typeface="+mj-lt"/>
                          <a:ea typeface="Microsoft JhengHei" panose="020B0604030504040204" pitchFamily="34" charset="-120"/>
                        </a:rPr>
                        <a:t>10</a:t>
                      </a:r>
                      <a:r>
                        <a:rPr lang="vi-VN" altLang="zh-TW" sz="1800" dirty="0">
                          <a:solidFill>
                            <a:schemeClr val="bg1"/>
                          </a:solidFill>
                          <a:latin typeface="+mj-lt"/>
                          <a:ea typeface="Microsoft JhengHei" panose="020B0604030504040204" pitchFamily="34" charset="-120"/>
                        </a:rPr>
                        <a:t>/</a:t>
                      </a:r>
                      <a:r>
                        <a:rPr lang="en-US" altLang="zh-TW" sz="1800" dirty="0">
                          <a:solidFill>
                            <a:schemeClr val="bg1"/>
                          </a:solidFill>
                          <a:latin typeface="+mj-lt"/>
                          <a:ea typeface="Microsoft JhengHei" panose="020B0604030504040204" pitchFamily="34" charset="-120"/>
                        </a:rPr>
                        <a:t>07</a:t>
                      </a:r>
                      <a:r>
                        <a:rPr lang="en-US" altLang="zh-TW" dirty="0">
                          <a:solidFill>
                            <a:schemeClr val="bg1"/>
                          </a:solidFill>
                          <a:latin typeface="+mj-lt"/>
                          <a:ea typeface="Microsoft JhengHei" panose="020B0604030504040204" pitchFamily="34" charset="-120"/>
                        </a:rPr>
                        <a:t>(</a:t>
                      </a:r>
                      <a:r>
                        <a:rPr lang="zh-TW" altLang="en-US" dirty="0">
                          <a:solidFill>
                            <a:schemeClr val="bg1"/>
                          </a:solidFill>
                          <a:latin typeface="+mj-lt"/>
                          <a:ea typeface="Microsoft JhengHei" panose="020B0604030504040204" pitchFamily="34" charset="-120"/>
                        </a:rPr>
                        <a:t>三</a:t>
                      </a:r>
                      <a:r>
                        <a:rPr lang="en-US" altLang="zh-TW" dirty="0">
                          <a:solidFill>
                            <a:schemeClr val="bg1"/>
                          </a:solidFill>
                          <a:latin typeface="+mj-lt"/>
                          <a:ea typeface="Microsoft JhengHei" panose="020B0604030504040204" pitchFamily="34" charset="-120"/>
                        </a:rPr>
                        <a:t>)</a:t>
                      </a:r>
                      <a:endParaRPr lang="zh-TW" altLang="en-US" dirty="0">
                        <a:solidFill>
                          <a:schemeClr val="bg1"/>
                        </a:solidFill>
                        <a:latin typeface="+mj-lt"/>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800" dirty="0">
                          <a:solidFill>
                            <a:schemeClr val="bg1"/>
                          </a:solidFill>
                          <a:latin typeface="+mj-lt"/>
                          <a:ea typeface="Microsoft JhengHei" panose="020B0604030504040204" pitchFamily="34" charset="-120"/>
                        </a:rPr>
                        <a:t>10</a:t>
                      </a:r>
                      <a:r>
                        <a:rPr lang="vi-VN" altLang="zh-TW" sz="1800" dirty="0">
                          <a:solidFill>
                            <a:schemeClr val="bg1"/>
                          </a:solidFill>
                          <a:latin typeface="+mj-lt"/>
                          <a:ea typeface="Microsoft JhengHei" panose="020B0604030504040204" pitchFamily="34" charset="-120"/>
                        </a:rPr>
                        <a:t>/</a:t>
                      </a:r>
                      <a:r>
                        <a:rPr lang="en-US" altLang="zh-TW" sz="1800" dirty="0">
                          <a:solidFill>
                            <a:schemeClr val="bg1"/>
                          </a:solidFill>
                          <a:latin typeface="+mj-lt"/>
                          <a:ea typeface="Microsoft JhengHei" panose="020B0604030504040204" pitchFamily="34" charset="-120"/>
                        </a:rPr>
                        <a:t>08</a:t>
                      </a:r>
                      <a:r>
                        <a:rPr lang="en-US" altLang="vi-VN" sz="1800" dirty="0">
                          <a:solidFill>
                            <a:schemeClr val="bg1"/>
                          </a:solidFill>
                          <a:latin typeface="+mj-lt"/>
                          <a:ea typeface="Microsoft JhengHei" panose="020B0604030504040204" pitchFamily="34" charset="-120"/>
                        </a:rPr>
                        <a:t> </a:t>
                      </a:r>
                      <a:r>
                        <a:rPr lang="en-US" altLang="zh-TW" sz="1800" dirty="0">
                          <a:solidFill>
                            <a:schemeClr val="bg1"/>
                          </a:solidFill>
                          <a:latin typeface="+mj-lt"/>
                          <a:ea typeface="Microsoft JhengHei" panose="020B0604030504040204" pitchFamily="34" charset="-120"/>
                        </a:rPr>
                        <a:t>(</a:t>
                      </a:r>
                      <a:r>
                        <a:rPr lang="zh-TW" altLang="en-US" dirty="0">
                          <a:solidFill>
                            <a:schemeClr val="bg1"/>
                          </a:solidFill>
                          <a:latin typeface="+mj-lt"/>
                          <a:ea typeface="Microsoft JhengHei" panose="020B0604030504040204" pitchFamily="34" charset="-120"/>
                        </a:rPr>
                        <a:t>四</a:t>
                      </a:r>
                      <a:r>
                        <a:rPr lang="en-US" altLang="zh-TW" dirty="0">
                          <a:solidFill>
                            <a:schemeClr val="bg1"/>
                          </a:solidFill>
                          <a:latin typeface="+mj-lt"/>
                          <a:ea typeface="Microsoft JhengHei" panose="020B0604030504040204" pitchFamily="34" charset="-120"/>
                        </a:rPr>
                        <a:t>)</a:t>
                      </a:r>
                      <a:endParaRPr lang="zh-TW" altLang="en-US" dirty="0">
                        <a:solidFill>
                          <a:schemeClr val="bg1"/>
                        </a:solidFill>
                        <a:latin typeface="+mj-lt"/>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800" dirty="0">
                          <a:solidFill>
                            <a:schemeClr val="bg1"/>
                          </a:solidFill>
                          <a:latin typeface="+mj-lt"/>
                          <a:ea typeface="Microsoft JhengHei" panose="020B0604030504040204" pitchFamily="34" charset="-120"/>
                        </a:rPr>
                        <a:t>10/09 (</a:t>
                      </a:r>
                      <a:r>
                        <a:rPr lang="zh-TW" altLang="en-US" dirty="0">
                          <a:solidFill>
                            <a:schemeClr val="bg1"/>
                          </a:solidFill>
                          <a:latin typeface="+mj-lt"/>
                          <a:ea typeface="Microsoft JhengHei" panose="020B0604030504040204" pitchFamily="34" charset="-120"/>
                        </a:rPr>
                        <a:t>五</a:t>
                      </a:r>
                      <a:r>
                        <a:rPr lang="en-US" altLang="zh-TW" dirty="0">
                          <a:solidFill>
                            <a:schemeClr val="bg1"/>
                          </a:solidFill>
                          <a:latin typeface="+mj-lt"/>
                          <a:ea typeface="Microsoft JhengHei" panose="020B0604030504040204" pitchFamily="34" charset="-120"/>
                        </a:rPr>
                        <a:t>)</a:t>
                      </a:r>
                      <a:endParaRPr lang="zh-TW" altLang="en-US" dirty="0">
                        <a:solidFill>
                          <a:schemeClr val="bg1"/>
                        </a:solidFill>
                        <a:latin typeface="+mj-lt"/>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800" dirty="0">
                          <a:solidFill>
                            <a:schemeClr val="bg1"/>
                          </a:solidFill>
                          <a:latin typeface="+mj-lt"/>
                          <a:ea typeface="Microsoft JhengHei" panose="020B0604030504040204" pitchFamily="34" charset="-120"/>
                        </a:rPr>
                        <a:t>10/10 </a:t>
                      </a:r>
                      <a:r>
                        <a:rPr lang="en-US" altLang="zh-TW" dirty="0">
                          <a:solidFill>
                            <a:schemeClr val="bg1"/>
                          </a:solidFill>
                          <a:latin typeface="+mj-lt"/>
                          <a:ea typeface="Microsoft JhengHei" panose="020B0604030504040204" pitchFamily="34" charset="-120"/>
                        </a:rPr>
                        <a:t>(</a:t>
                      </a:r>
                      <a:r>
                        <a:rPr lang="zh-TW" altLang="en-US" dirty="0">
                          <a:solidFill>
                            <a:schemeClr val="bg1"/>
                          </a:solidFill>
                          <a:latin typeface="+mj-lt"/>
                          <a:ea typeface="Microsoft JhengHei" panose="020B0604030504040204" pitchFamily="34" charset="-120"/>
                        </a:rPr>
                        <a:t>六</a:t>
                      </a:r>
                      <a:r>
                        <a:rPr lang="en-US" altLang="zh-TW" dirty="0">
                          <a:solidFill>
                            <a:schemeClr val="bg1"/>
                          </a:solidFill>
                          <a:latin typeface="+mj-lt"/>
                          <a:ea typeface="Microsoft JhengHei" panose="020B0604030504040204" pitchFamily="34" charset="-120"/>
                        </a:rPr>
                        <a:t>)</a:t>
                      </a:r>
                      <a:endParaRPr lang="zh-TW" altLang="en-US" dirty="0">
                        <a:solidFill>
                          <a:schemeClr val="bg1"/>
                        </a:solidFill>
                        <a:latin typeface="+mj-lt"/>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800" dirty="0">
                          <a:solidFill>
                            <a:srgbClr val="FF0000"/>
                          </a:solidFill>
                          <a:latin typeface="+mj-lt"/>
                          <a:ea typeface="Microsoft JhengHei" panose="020B0604030504040204" pitchFamily="34" charset="-120"/>
                        </a:rPr>
                        <a:t>10/11 </a:t>
                      </a:r>
                      <a:r>
                        <a:rPr lang="en-US" altLang="zh-TW" dirty="0">
                          <a:solidFill>
                            <a:srgbClr val="FF0000"/>
                          </a:solidFill>
                          <a:latin typeface="+mj-lt"/>
                          <a:ea typeface="Microsoft JhengHei" panose="020B0604030504040204" pitchFamily="34" charset="-120"/>
                        </a:rPr>
                        <a:t>(</a:t>
                      </a:r>
                      <a:r>
                        <a:rPr lang="zh-TW" altLang="en-US" dirty="0">
                          <a:solidFill>
                            <a:srgbClr val="FF0000"/>
                          </a:solidFill>
                          <a:latin typeface="+mj-lt"/>
                          <a:ea typeface="Microsoft JhengHei" panose="020B0604030504040204" pitchFamily="34" charset="-120"/>
                        </a:rPr>
                        <a:t>日</a:t>
                      </a:r>
                      <a:r>
                        <a:rPr lang="en-US" altLang="zh-TW" dirty="0">
                          <a:solidFill>
                            <a:srgbClr val="FF0000"/>
                          </a:solidFill>
                          <a:latin typeface="+mj-lt"/>
                          <a:ea typeface="Microsoft JhengHei" panose="020B0604030504040204" pitchFamily="34" charset="-120"/>
                        </a:rPr>
                        <a:t>)</a:t>
                      </a:r>
                      <a:endParaRPr lang="zh-TW" altLang="en-US" dirty="0">
                        <a:solidFill>
                          <a:srgbClr val="FF0000"/>
                        </a:solidFill>
                        <a:latin typeface="+mj-lt"/>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2006518">
                <a:tc>
                  <a:txBody>
                    <a:bodyPr/>
                    <a:lstStyle/>
                    <a:p>
                      <a:pPr algn="ctr"/>
                      <a:r>
                        <a:rPr lang="zh-TW" altLang="en-US" b="1" dirty="0">
                          <a:latin typeface="+mj-lt"/>
                          <a:ea typeface="Microsoft JhengHei" panose="020B0604030504040204" pitchFamily="34" charset="-120"/>
                        </a:rPr>
                        <a:t>上午時段</a:t>
                      </a:r>
                      <a:endParaRPr lang="en-US" altLang="zh-TW" b="1" dirty="0">
                        <a:latin typeface="+mj-lt"/>
                        <a:ea typeface="Microsoft JhengHei" panose="020B0604030504040204" pitchFamily="34" charset="-120"/>
                      </a:endParaRPr>
                    </a:p>
                    <a:p>
                      <a:pPr algn="ctr"/>
                      <a:r>
                        <a:rPr lang="en-US" altLang="zh-TW" b="1" dirty="0">
                          <a:latin typeface="+mj-lt"/>
                          <a:ea typeface="Microsoft JhengHei" panose="020B0604030504040204" pitchFamily="34" charset="-120"/>
                        </a:rPr>
                        <a:t>(8:00~12:00)</a:t>
                      </a:r>
                      <a:endParaRPr lang="zh-TW" altLang="en-US" b="1" dirty="0">
                        <a:latin typeface="+mj-lt"/>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50" b="0" dirty="0">
                          <a:solidFill>
                            <a:schemeClr val="bg1"/>
                          </a:solidFill>
                          <a:latin typeface="Arial" panose="020B0604020202020204" pitchFamily="34" charset="0"/>
                          <a:ea typeface="Microsoft JhengHei" panose="020B0604030504040204" pitchFamily="34" charset="-120"/>
                          <a:cs typeface="Arial" panose="020B0604020202020204" pitchFamily="34" charset="0"/>
                        </a:rPr>
                        <a:t>1.</a:t>
                      </a:r>
                      <a:r>
                        <a:rPr lang="en-US" sz="1050" dirty="0"/>
                        <a:t> Theo </a:t>
                      </a:r>
                      <a:r>
                        <a:rPr lang="en-US" sz="1050" dirty="0" err="1"/>
                        <a:t>dõi</a:t>
                      </a:r>
                      <a:r>
                        <a:rPr lang="en-US" sz="1050" dirty="0"/>
                        <a:t> </a:t>
                      </a:r>
                      <a:r>
                        <a:rPr lang="en-US" sz="1050" dirty="0" err="1"/>
                        <a:t>tiến</a:t>
                      </a:r>
                      <a:r>
                        <a:rPr lang="en-US" sz="1050" dirty="0"/>
                        <a:t> </a:t>
                      </a:r>
                      <a:r>
                        <a:rPr lang="en-US" sz="1050" dirty="0" err="1"/>
                        <a:t>độ</a:t>
                      </a:r>
                      <a:r>
                        <a:rPr lang="en-US" sz="1050" dirty="0"/>
                        <a:t> </a:t>
                      </a:r>
                      <a:r>
                        <a:rPr lang="en-US" sz="1050" dirty="0" err="1"/>
                        <a:t>giao</a:t>
                      </a:r>
                      <a:r>
                        <a:rPr lang="en-US" sz="1050" dirty="0"/>
                        <a:t> </a:t>
                      </a:r>
                      <a:r>
                        <a:rPr lang="en-US" sz="1050" dirty="0" err="1"/>
                        <a:t>máy</a:t>
                      </a:r>
                      <a:r>
                        <a:rPr lang="en-US" sz="1050" dirty="0"/>
                        <a:t> </a:t>
                      </a:r>
                      <a:r>
                        <a:rPr lang="en-US" sz="1050" dirty="0" err="1"/>
                        <a:t>chủ</a:t>
                      </a:r>
                      <a:r>
                        <a:rPr lang="en-US" sz="1050" dirty="0"/>
                        <a:t> Cheng Feng </a:t>
                      </a:r>
                      <a:r>
                        <a:rPr lang="en-US" sz="1050" dirty="0" err="1"/>
                        <a:t>và</a:t>
                      </a:r>
                      <a:r>
                        <a:rPr lang="en-US" sz="1050" dirty="0"/>
                        <a:t> </a:t>
                      </a:r>
                      <a:r>
                        <a:rPr lang="en-US" sz="1050" dirty="0" err="1"/>
                        <a:t>thiết</a:t>
                      </a:r>
                      <a:r>
                        <a:rPr lang="en-US" sz="1050" dirty="0"/>
                        <a:t> </a:t>
                      </a:r>
                      <a:r>
                        <a:rPr lang="en-US" sz="1050" dirty="0" err="1"/>
                        <a:t>bị</a:t>
                      </a:r>
                      <a:r>
                        <a:rPr lang="en-US" sz="1050" dirty="0"/>
                        <a:t> </a:t>
                      </a:r>
                      <a:r>
                        <a:rPr lang="en-US" sz="1050" dirty="0" err="1"/>
                        <a:t>dự</a:t>
                      </a:r>
                      <a:r>
                        <a:rPr lang="en-US" sz="1050" dirty="0"/>
                        <a:t> </a:t>
                      </a:r>
                      <a:r>
                        <a:rPr lang="en-US" sz="1050" dirty="0" err="1"/>
                        <a:t>án</a:t>
                      </a:r>
                      <a:r>
                        <a:rPr lang="en-US" sz="1050" dirty="0"/>
                        <a:t>.</a:t>
                      </a:r>
                      <a:br>
                        <a:rPr lang="en-US" sz="1050" dirty="0"/>
                      </a:br>
                      <a:r>
                        <a:rPr lang="en-US" sz="1050" dirty="0" err="1"/>
                        <a:t>追蹤</a:t>
                      </a:r>
                      <a:r>
                        <a:rPr lang="en-US" sz="1050" dirty="0"/>
                        <a:t> Cheng Feng </a:t>
                      </a:r>
                      <a:r>
                        <a:rPr lang="en-US" sz="1050" dirty="0" err="1"/>
                        <a:t>伺服器及專案設備交貨進度</a:t>
                      </a:r>
                      <a:r>
                        <a:rPr lang="en-US" sz="1050" dirty="0"/>
                        <a:t>。</a:t>
                      </a:r>
                    </a:p>
                    <a:p>
                      <a:r>
                        <a:rPr lang="en-US" sz="1050" b="1" dirty="0"/>
                        <a:t>。</a:t>
                      </a:r>
                      <a:endParaRPr lang="zh-CN" altLang="en-US" sz="1050" b="0" dirty="0">
                        <a:solidFill>
                          <a:schemeClr val="bg1"/>
                        </a:solidFill>
                        <a:latin typeface="Arial" panose="020B0604020202020204" pitchFamily="34" charset="0"/>
                        <a:ea typeface="Microsoft JhengHei" panose="020B0604030504040204" pitchFamily="34" charset="-12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0" dirty="0">
                          <a:solidFill>
                            <a:schemeClr val="bg1"/>
                          </a:solidFill>
                        </a:rPr>
                        <a:t>1</a:t>
                      </a:r>
                      <a:r>
                        <a:rPr lang="en-US" sz="1050" dirty="0"/>
                        <a:t>Hoàn </a:t>
                      </a:r>
                      <a:r>
                        <a:rPr lang="en-US" sz="1050" dirty="0" err="1"/>
                        <a:t>thiện</a:t>
                      </a:r>
                      <a:r>
                        <a:rPr lang="en-US" sz="1050" dirty="0"/>
                        <a:t> </a:t>
                      </a:r>
                      <a:r>
                        <a:rPr lang="en-US" sz="1050" dirty="0" err="1"/>
                        <a:t>thông</a:t>
                      </a:r>
                      <a:r>
                        <a:rPr lang="en-US" sz="1050" dirty="0"/>
                        <a:t> tin </a:t>
                      </a:r>
                      <a:r>
                        <a:rPr lang="en-US" sz="1050" dirty="0" err="1"/>
                        <a:t>công</a:t>
                      </a:r>
                      <a:r>
                        <a:rPr lang="en-US" sz="1050" dirty="0"/>
                        <a:t> ty </a:t>
                      </a:r>
                      <a:r>
                        <a:rPr lang="en-US" sz="1050" dirty="0" err="1"/>
                        <a:t>trong</a:t>
                      </a:r>
                      <a:r>
                        <a:rPr lang="en-US" sz="1050" dirty="0"/>
                        <a:t> </a:t>
                      </a:r>
                      <a:r>
                        <a:rPr lang="en-US" sz="1050" dirty="0" err="1"/>
                        <a:t>hợp</a:t>
                      </a:r>
                      <a:r>
                        <a:rPr lang="en-US" sz="1050" dirty="0"/>
                        <a:t> </a:t>
                      </a:r>
                      <a:r>
                        <a:rPr lang="en-US" sz="1050" dirty="0" err="1"/>
                        <a:t>đồng</a:t>
                      </a:r>
                      <a:r>
                        <a:rPr lang="en-US" sz="1050" dirty="0"/>
                        <a:t> Midea.</a:t>
                      </a:r>
                      <a:br>
                        <a:rPr lang="en-US" sz="1050" dirty="0"/>
                      </a:br>
                      <a:r>
                        <a:rPr lang="en-US" sz="1050" dirty="0" err="1"/>
                        <a:t>完善</a:t>
                      </a:r>
                      <a:r>
                        <a:rPr lang="en-US" sz="1050" dirty="0"/>
                        <a:t> Midea </a:t>
                      </a:r>
                      <a:r>
                        <a:rPr lang="en-US" sz="1050" dirty="0" err="1"/>
                        <a:t>合約中的公司資料</a:t>
                      </a:r>
                      <a:r>
                        <a:rPr lang="en-US" sz="1050" dirty="0"/>
                        <a:t>。</a:t>
                      </a:r>
                    </a:p>
                    <a:p>
                      <a:endParaRPr lang="zh-CN" altLang="en-US" sz="1050" b="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lang="en-US" sz="1050" dirty="0" err="1"/>
                        <a:t>Kiểm</a:t>
                      </a:r>
                      <a:r>
                        <a:rPr lang="en-US" sz="1050" dirty="0"/>
                        <a:t> </a:t>
                      </a:r>
                      <a:r>
                        <a:rPr lang="en-US" sz="1050" dirty="0" err="1"/>
                        <a:t>tra</a:t>
                      </a:r>
                      <a:r>
                        <a:rPr lang="en-US" sz="1050" dirty="0"/>
                        <a:t> Invoice </a:t>
                      </a:r>
                      <a:r>
                        <a:rPr lang="en-US" sz="1050" dirty="0" err="1"/>
                        <a:t>và</a:t>
                      </a:r>
                      <a:r>
                        <a:rPr lang="en-US" sz="1050" dirty="0"/>
                        <a:t> Packing List </a:t>
                      </a:r>
                      <a:r>
                        <a:rPr lang="en-US" sz="1050" dirty="0" err="1"/>
                        <a:t>của</a:t>
                      </a:r>
                      <a:r>
                        <a:rPr lang="en-US" sz="1050" dirty="0"/>
                        <a:t> Cheng Feng.</a:t>
                      </a:r>
                      <a:br>
                        <a:rPr lang="en-US" sz="1050" dirty="0"/>
                      </a:br>
                      <a:r>
                        <a:rPr lang="en-US" sz="1050" dirty="0" err="1"/>
                        <a:t>核對</a:t>
                      </a:r>
                      <a:r>
                        <a:rPr lang="en-US" sz="1050" dirty="0"/>
                        <a:t> Cheng Feng 的 Invoice 及 Packing List。</a:t>
                      </a:r>
                    </a:p>
                    <a:p>
                      <a:pPr>
                        <a:buNone/>
                      </a:pPr>
                      <a:r>
                        <a:rPr lang="en-US" sz="1050" b="1" dirty="0"/>
                        <a:t>。</a:t>
                      </a:r>
                      <a:endParaRPr lang="en-US" sz="105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lang="en-US" altLang="zh-TW" sz="1050" b="0" dirty="0">
                          <a:solidFill>
                            <a:schemeClr val="bg1"/>
                          </a:solidFill>
                        </a:rPr>
                        <a:t>1</a:t>
                      </a:r>
                      <a:r>
                        <a:rPr lang="en-US" sz="1050" dirty="0"/>
                        <a:t>Rà </a:t>
                      </a:r>
                      <a:r>
                        <a:rPr lang="en-US" sz="1050" dirty="0" err="1"/>
                        <a:t>soát</a:t>
                      </a:r>
                      <a:r>
                        <a:rPr lang="en-US" sz="1050" dirty="0"/>
                        <a:t> </a:t>
                      </a:r>
                      <a:r>
                        <a:rPr lang="en-US" sz="1050" dirty="0" err="1"/>
                        <a:t>hai</a:t>
                      </a:r>
                      <a:r>
                        <a:rPr lang="en-US" sz="1050" dirty="0"/>
                        <a:t> </a:t>
                      </a:r>
                      <a:r>
                        <a:rPr lang="en-US" sz="1050" dirty="0" err="1"/>
                        <a:t>bộ</a:t>
                      </a:r>
                      <a:r>
                        <a:rPr lang="en-US" sz="1050" dirty="0"/>
                        <a:t> </a:t>
                      </a:r>
                      <a:r>
                        <a:rPr lang="en-US" sz="1050" dirty="0" err="1"/>
                        <a:t>hồ</a:t>
                      </a:r>
                      <a:r>
                        <a:rPr lang="en-US" sz="1050" dirty="0"/>
                        <a:t> </a:t>
                      </a:r>
                      <a:r>
                        <a:rPr lang="en-US" sz="1050" dirty="0" err="1"/>
                        <a:t>sơ</a:t>
                      </a:r>
                      <a:r>
                        <a:rPr lang="en-US" sz="1050" dirty="0"/>
                        <a:t> </a:t>
                      </a:r>
                      <a:r>
                        <a:rPr lang="en-US" sz="1050" dirty="0" err="1"/>
                        <a:t>nghiệm</a:t>
                      </a:r>
                      <a:r>
                        <a:rPr lang="en-US" sz="1050" dirty="0"/>
                        <a:t> </a:t>
                      </a:r>
                      <a:r>
                        <a:rPr lang="en-US" sz="1050" dirty="0" err="1"/>
                        <a:t>thu</a:t>
                      </a:r>
                      <a:r>
                        <a:rPr lang="en-US" sz="1050" dirty="0"/>
                        <a:t> </a:t>
                      </a:r>
                      <a:r>
                        <a:rPr lang="en-US" sz="1050" dirty="0" err="1"/>
                        <a:t>dự</a:t>
                      </a:r>
                      <a:r>
                        <a:rPr lang="en-US" sz="1050" dirty="0"/>
                        <a:t> </a:t>
                      </a:r>
                      <a:r>
                        <a:rPr lang="en-US" sz="1050" dirty="0" err="1"/>
                        <a:t>án</a:t>
                      </a:r>
                      <a:r>
                        <a:rPr lang="en-US" sz="1050" dirty="0"/>
                        <a:t> CX </a:t>
                      </a:r>
                      <a:r>
                        <a:rPr lang="en-US" sz="1050" dirty="0" err="1"/>
                        <a:t>và</a:t>
                      </a:r>
                      <a:r>
                        <a:rPr lang="en-US" sz="1050" dirty="0"/>
                        <a:t> </a:t>
                      </a:r>
                      <a:r>
                        <a:rPr lang="en-US" sz="1050" dirty="0" err="1"/>
                        <a:t>xin</a:t>
                      </a:r>
                      <a:r>
                        <a:rPr lang="en-US" sz="1050" dirty="0"/>
                        <a:t> ý </a:t>
                      </a:r>
                      <a:r>
                        <a:rPr lang="en-US" sz="1050" dirty="0" err="1"/>
                        <a:t>kiến</a:t>
                      </a:r>
                      <a:r>
                        <a:rPr lang="en-US" sz="1050" dirty="0"/>
                        <a:t> Trương </a:t>
                      </a:r>
                      <a:r>
                        <a:rPr lang="en-US" sz="1050" dirty="0" err="1"/>
                        <a:t>Tổng</a:t>
                      </a:r>
                      <a:r>
                        <a:rPr lang="en-US" sz="1050" dirty="0"/>
                        <a:t>.</a:t>
                      </a:r>
                      <a:br>
                        <a:rPr lang="en-US" sz="1050" dirty="0"/>
                      </a:br>
                      <a:r>
                        <a:rPr lang="en-US" sz="1050" dirty="0" err="1"/>
                        <a:t>整理</a:t>
                      </a:r>
                      <a:r>
                        <a:rPr lang="en-US" sz="1050" dirty="0"/>
                        <a:t> CX </a:t>
                      </a:r>
                      <a:r>
                        <a:rPr lang="en-US" sz="1050" dirty="0" err="1"/>
                        <a:t>專案兩種驗收文件版本，並向張總請示</a:t>
                      </a:r>
                      <a:r>
                        <a:rPr lang="en-US" sz="1050" dirty="0"/>
                        <a:t>。</a:t>
                      </a:r>
                    </a:p>
                    <a:p>
                      <a:endParaRPr lang="zh-CN" altLang="en-US" sz="1050" b="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lvl="0"/>
                      <a:r>
                        <a:rPr lang="en-US" altLang="zh-TW" sz="1050" b="0" dirty="0">
                          <a:solidFill>
                            <a:schemeClr val="bg1"/>
                          </a:solidFill>
                        </a:rPr>
                        <a:t>1.</a:t>
                      </a:r>
                      <a:r>
                        <a:rPr lang="en-US" sz="1050" b="0" dirty="0"/>
                        <a:t> </a:t>
                      </a:r>
                      <a:r>
                        <a:rPr lang="en-US" sz="1050" dirty="0"/>
                        <a:t>Theo </a:t>
                      </a:r>
                      <a:r>
                        <a:rPr lang="en-US" sz="1050" dirty="0" err="1"/>
                        <a:t>dõi</a:t>
                      </a:r>
                      <a:r>
                        <a:rPr lang="en-US" sz="1050" dirty="0"/>
                        <a:t> </a:t>
                      </a:r>
                      <a:r>
                        <a:rPr lang="en-US" sz="1050" dirty="0" err="1"/>
                        <a:t>yêu</a:t>
                      </a:r>
                      <a:r>
                        <a:rPr lang="en-US" sz="1050" dirty="0"/>
                        <a:t> </a:t>
                      </a:r>
                      <a:r>
                        <a:rPr lang="en-US" sz="1050" dirty="0" err="1"/>
                        <a:t>cầu</a:t>
                      </a:r>
                      <a:r>
                        <a:rPr lang="en-US" sz="1050" dirty="0"/>
                        <a:t> </a:t>
                      </a:r>
                      <a:r>
                        <a:rPr lang="en-US" sz="1050" dirty="0" err="1"/>
                        <a:t>giao</a:t>
                      </a:r>
                      <a:r>
                        <a:rPr lang="en-US" sz="1050" dirty="0"/>
                        <a:t> </a:t>
                      </a:r>
                      <a:r>
                        <a:rPr lang="en-US" sz="1050" dirty="0" err="1"/>
                        <a:t>hồ</a:t>
                      </a:r>
                      <a:r>
                        <a:rPr lang="en-US" sz="1050" dirty="0"/>
                        <a:t> </a:t>
                      </a:r>
                      <a:r>
                        <a:rPr lang="en-US" sz="1050" dirty="0" err="1"/>
                        <a:t>sơ</a:t>
                      </a:r>
                      <a:r>
                        <a:rPr lang="en-US" sz="1050" dirty="0"/>
                        <a:t> </a:t>
                      </a:r>
                      <a:r>
                        <a:rPr lang="en-US" sz="1050" dirty="0" err="1"/>
                        <a:t>nghiệm</a:t>
                      </a:r>
                      <a:r>
                        <a:rPr lang="en-US" sz="1050" dirty="0"/>
                        <a:t> </a:t>
                      </a:r>
                      <a:r>
                        <a:rPr lang="en-US" sz="1050" dirty="0" err="1"/>
                        <a:t>thu</a:t>
                      </a:r>
                      <a:r>
                        <a:rPr lang="en-US" sz="1050" dirty="0"/>
                        <a:t> </a:t>
                      </a:r>
                      <a:r>
                        <a:rPr lang="en-US" sz="1050" dirty="0" err="1"/>
                        <a:t>từ</a:t>
                      </a:r>
                      <a:r>
                        <a:rPr lang="en-US" sz="1050" dirty="0"/>
                        <a:t> </a:t>
                      </a:r>
                      <a:r>
                        <a:rPr lang="en-US" sz="1050" dirty="0" err="1"/>
                        <a:t>khách</a:t>
                      </a:r>
                      <a:r>
                        <a:rPr lang="en-US" sz="1050" dirty="0"/>
                        <a:t> </a:t>
                      </a:r>
                      <a:r>
                        <a:rPr lang="en-US" sz="1050" dirty="0" err="1"/>
                        <a:t>hàng</a:t>
                      </a:r>
                      <a:r>
                        <a:rPr lang="en-US" sz="1050" dirty="0"/>
                        <a:t> CX.</a:t>
                      </a:r>
                      <a:br>
                        <a:rPr lang="en-US" sz="1050" dirty="0"/>
                      </a:br>
                      <a:r>
                        <a:rPr lang="en-US" sz="1050" dirty="0" err="1"/>
                        <a:t>追蹤</a:t>
                      </a:r>
                      <a:r>
                        <a:rPr lang="en-US" sz="1050" dirty="0"/>
                        <a:t> CX </a:t>
                      </a:r>
                      <a:r>
                        <a:rPr lang="en-US" sz="1050" dirty="0" err="1"/>
                        <a:t>客戶催交驗收文件事項</a:t>
                      </a:r>
                      <a:r>
                        <a:rPr lang="en-US" sz="1050" dirty="0"/>
                        <a:t>。</a:t>
                      </a:r>
                    </a:p>
                    <a:p>
                      <a:pPr lvl="0"/>
                      <a:r>
                        <a:rPr lang="en-US" sz="1050" dirty="0" err="1"/>
                        <a:t>Xác</a:t>
                      </a:r>
                      <a:r>
                        <a:rPr lang="en-US" sz="1050" dirty="0"/>
                        <a:t> </a:t>
                      </a:r>
                      <a:r>
                        <a:rPr lang="en-US" sz="1050" dirty="0" err="1"/>
                        <a:t>nhận</a:t>
                      </a:r>
                      <a:r>
                        <a:rPr lang="en-US" sz="1050" dirty="0"/>
                        <a:t> </a:t>
                      </a:r>
                      <a:r>
                        <a:rPr lang="en-US" sz="1050" dirty="0" err="1"/>
                        <a:t>với</a:t>
                      </a:r>
                      <a:r>
                        <a:rPr lang="en-US" sz="1050" dirty="0"/>
                        <a:t> Trương </a:t>
                      </a:r>
                      <a:r>
                        <a:rPr lang="en-US" sz="1050" dirty="0" err="1"/>
                        <a:t>Tổng</a:t>
                      </a:r>
                      <a:r>
                        <a:rPr lang="en-US" sz="1050" dirty="0"/>
                        <a:t> </a:t>
                      </a:r>
                      <a:r>
                        <a:rPr lang="en-US" sz="1050" dirty="0" err="1"/>
                        <a:t>về</a:t>
                      </a:r>
                      <a:r>
                        <a:rPr lang="en-US" sz="1050" dirty="0"/>
                        <a:t> </a:t>
                      </a:r>
                      <a:r>
                        <a:rPr lang="en-US" sz="1050" dirty="0" err="1"/>
                        <a:t>bản</a:t>
                      </a:r>
                      <a:r>
                        <a:rPr lang="en-US" sz="1050" dirty="0"/>
                        <a:t> </a:t>
                      </a:r>
                      <a:r>
                        <a:rPr lang="en-US" sz="1050" dirty="0" err="1"/>
                        <a:t>nghiệm</a:t>
                      </a:r>
                      <a:r>
                        <a:rPr lang="en-US" sz="1050" dirty="0"/>
                        <a:t> </a:t>
                      </a:r>
                      <a:r>
                        <a:rPr lang="en-US" sz="1050" dirty="0" err="1"/>
                        <a:t>thu</a:t>
                      </a:r>
                      <a:r>
                        <a:rPr lang="en-US" sz="1050" dirty="0"/>
                        <a:t> </a:t>
                      </a:r>
                      <a:r>
                        <a:rPr lang="en-US" sz="1050" dirty="0" err="1"/>
                        <a:t>đã</a:t>
                      </a:r>
                      <a:r>
                        <a:rPr lang="en-US" sz="1050" dirty="0"/>
                        <a:t> </a:t>
                      </a:r>
                      <a:r>
                        <a:rPr lang="en-US" sz="1050" dirty="0" err="1"/>
                        <a:t>đóng</a:t>
                      </a:r>
                      <a:r>
                        <a:rPr lang="en-US" sz="1050" dirty="0"/>
                        <a:t> </a:t>
                      </a:r>
                      <a:r>
                        <a:rPr lang="en-US" sz="1050" dirty="0" err="1"/>
                        <a:t>dấu</a:t>
                      </a:r>
                      <a:r>
                        <a:rPr lang="en-US" sz="1050" dirty="0"/>
                        <a:t>.</a:t>
                      </a:r>
                      <a:br>
                        <a:rPr lang="en-US" sz="1050" dirty="0"/>
                      </a:br>
                      <a:r>
                        <a:rPr lang="en-US" sz="1050" dirty="0" err="1"/>
                        <a:t>向張總確認使用已蓋章的原版驗收文件</a:t>
                      </a:r>
                      <a:r>
                        <a:rPr lang="en-US" sz="1050" dirty="0"/>
                        <a:t>。</a:t>
                      </a:r>
                    </a:p>
                    <a:p>
                      <a:endParaRPr lang="zh-CN" altLang="en-US" sz="1050" b="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lang="en-US" sz="1050" b="0" dirty="0"/>
                        <a:t>1. </a:t>
                      </a:r>
                      <a:r>
                        <a:rPr lang="en-US" sz="1050" dirty="0" err="1"/>
                        <a:t>Tiếp</a:t>
                      </a:r>
                      <a:r>
                        <a:rPr lang="en-US" sz="1050" dirty="0"/>
                        <a:t> </a:t>
                      </a:r>
                      <a:r>
                        <a:rPr lang="en-US" sz="1050" dirty="0" err="1"/>
                        <a:t>tục</a:t>
                      </a:r>
                      <a:r>
                        <a:rPr lang="en-US" sz="1050" dirty="0"/>
                        <a:t> </a:t>
                      </a:r>
                      <a:r>
                        <a:rPr lang="en-US" sz="1050" dirty="0" err="1"/>
                        <a:t>theo</a:t>
                      </a:r>
                      <a:r>
                        <a:rPr lang="en-US" sz="1050" dirty="0"/>
                        <a:t> </a:t>
                      </a:r>
                      <a:r>
                        <a:rPr lang="en-US" sz="1050" dirty="0" err="1"/>
                        <a:t>dõi</a:t>
                      </a:r>
                      <a:r>
                        <a:rPr lang="en-US" sz="1050" dirty="0"/>
                        <a:t> </a:t>
                      </a:r>
                      <a:r>
                        <a:rPr lang="en-US" sz="1050" dirty="0" err="1"/>
                        <a:t>hồ</a:t>
                      </a:r>
                      <a:r>
                        <a:rPr lang="en-US" sz="1050" dirty="0"/>
                        <a:t> </a:t>
                      </a:r>
                      <a:r>
                        <a:rPr lang="en-US" sz="1050" dirty="0" err="1"/>
                        <a:t>sơ</a:t>
                      </a:r>
                      <a:r>
                        <a:rPr lang="en-US" sz="1050" dirty="0"/>
                        <a:t> </a:t>
                      </a:r>
                      <a:r>
                        <a:rPr lang="en-US" sz="1050" dirty="0" err="1"/>
                        <a:t>nghiệm</a:t>
                      </a:r>
                      <a:r>
                        <a:rPr lang="en-US" sz="1050" dirty="0"/>
                        <a:t> </a:t>
                      </a:r>
                      <a:r>
                        <a:rPr lang="en-US" sz="1050" dirty="0" err="1"/>
                        <a:t>thu</a:t>
                      </a:r>
                      <a:r>
                        <a:rPr lang="en-US" sz="1050" dirty="0"/>
                        <a:t> </a:t>
                      </a:r>
                      <a:r>
                        <a:rPr lang="en-US" sz="1050" dirty="0" err="1"/>
                        <a:t>và</a:t>
                      </a:r>
                      <a:r>
                        <a:rPr lang="en-US" sz="1050" dirty="0"/>
                        <a:t> </a:t>
                      </a:r>
                      <a:r>
                        <a:rPr lang="en-US" sz="1050" dirty="0" err="1"/>
                        <a:t>công</a:t>
                      </a:r>
                      <a:r>
                        <a:rPr lang="en-US" sz="1050" dirty="0"/>
                        <a:t> </a:t>
                      </a:r>
                      <a:r>
                        <a:rPr lang="en-US" sz="1050" dirty="0" err="1"/>
                        <a:t>nợ</a:t>
                      </a:r>
                      <a:r>
                        <a:rPr lang="en-US" sz="1050" dirty="0"/>
                        <a:t> CX.</a:t>
                      </a:r>
                      <a:br>
                        <a:rPr lang="en-US" sz="1050" dirty="0"/>
                      </a:br>
                      <a:r>
                        <a:rPr lang="en-US" sz="1050" dirty="0" err="1"/>
                        <a:t>持續追蹤</a:t>
                      </a:r>
                      <a:r>
                        <a:rPr lang="en-US" sz="1050" dirty="0"/>
                        <a:t> CX </a:t>
                      </a:r>
                      <a:r>
                        <a:rPr lang="en-US" sz="1050" dirty="0" err="1"/>
                        <a:t>驗收文件及應收帳款</a:t>
                      </a:r>
                      <a:r>
                        <a:rPr lang="en-US" sz="1050" dirty="0"/>
                        <a:t>。</a:t>
                      </a:r>
                    </a:p>
                    <a:p>
                      <a:endParaRPr lang="zh-CN" altLang="en-US" sz="1050" b="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algn="just"/>
                      <a:endParaRPr lang="zh-TW" altLang="en-US" sz="1200" b="0" dirty="0">
                        <a:latin typeface="Times New Roman" panose="02020603050405020304" pitchFamily="18" charset="0"/>
                        <a:ea typeface="Microsoft JhengHei" panose="020B0604030504040204" pitchFamily="34" charset="-120"/>
                        <a:cs typeface="Times New Roman" panose="02020603050405020304" pitchFamily="18"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1"/>
                  </a:ext>
                </a:extLst>
              </a:tr>
              <a:tr h="1656489">
                <a:tc>
                  <a:txBody>
                    <a:bodyPr/>
                    <a:lstStyle/>
                    <a:p>
                      <a:pPr algn="ctr"/>
                      <a:r>
                        <a:rPr lang="zh-TW" altLang="en-US" b="1" dirty="0">
                          <a:solidFill>
                            <a:schemeClr val="bg1">
                              <a:lumMod val="65000"/>
                              <a:lumOff val="35000"/>
                            </a:schemeClr>
                          </a:solidFill>
                          <a:latin typeface="+mj-lt"/>
                          <a:ea typeface="Microsoft JhengHei" panose="020B0604030504040204" pitchFamily="34" charset="-120"/>
                        </a:rPr>
                        <a:t>午休時間</a:t>
                      </a:r>
                      <a:endParaRPr lang="en-US" altLang="zh-TW" b="1" dirty="0">
                        <a:solidFill>
                          <a:schemeClr val="bg1">
                            <a:lumMod val="65000"/>
                            <a:lumOff val="35000"/>
                          </a:schemeClr>
                        </a:solidFill>
                        <a:latin typeface="+mj-lt"/>
                        <a:ea typeface="Microsoft JhengHei" panose="020B0604030504040204" pitchFamily="34" charset="-120"/>
                      </a:endParaRPr>
                    </a:p>
                    <a:p>
                      <a:pPr algn="ctr"/>
                      <a:r>
                        <a:rPr lang="en-US" altLang="zh-TW" b="1" dirty="0">
                          <a:solidFill>
                            <a:schemeClr val="bg1">
                              <a:lumMod val="65000"/>
                              <a:lumOff val="35000"/>
                            </a:schemeClr>
                          </a:solidFill>
                          <a:latin typeface="+mj-lt"/>
                          <a:ea typeface="Microsoft JhengHei" panose="020B0604030504040204" pitchFamily="34" charset="-120"/>
                        </a:rPr>
                        <a:t>(12:00~13:00)</a:t>
                      </a:r>
                      <a:endParaRPr lang="zh-TW" altLang="en-US" b="1" dirty="0">
                        <a:solidFill>
                          <a:schemeClr val="bg1">
                            <a:lumMod val="65000"/>
                            <a:lumOff val="35000"/>
                          </a:schemeClr>
                        </a:solidFill>
                        <a:latin typeface="+mj-lt"/>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Microsoft JhengHei" panose="020B0604030504040204" pitchFamily="34" charset="-12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pPr algn="l"/>
                      <a:endParaRPr lang="zh-TW" altLang="en-US" sz="1100" b="0" kern="1200" dirty="0">
                        <a:solidFill>
                          <a:schemeClr val="dk1"/>
                        </a:solidFill>
                        <a:latin typeface="Arial" panose="020B0604020202020204" pitchFamily="34" charset="0"/>
                        <a:ea typeface="Microsoft JhengHei" panose="020B0604030504040204" pitchFamily="34" charset="-12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pPr>
                        <a:buNone/>
                      </a:pPr>
                      <a:endParaRPr lang="en-US" sz="105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pPr algn="l"/>
                      <a:endParaRPr lang="zh-TW" altLang="en-US" sz="1100" b="0" kern="1200" dirty="0">
                        <a:solidFill>
                          <a:schemeClr val="dk1"/>
                        </a:solidFill>
                        <a:latin typeface="Arial" panose="020B0604020202020204" pitchFamily="34" charset="0"/>
                        <a:ea typeface="Microsoft JhengHei" panose="020B0604030504040204" pitchFamily="34" charset="-12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pPr algn="l"/>
                      <a:endParaRPr lang="zh-TW" altLang="en-US" sz="1100" b="0" kern="1200" dirty="0">
                        <a:solidFill>
                          <a:schemeClr val="dk1"/>
                        </a:solidFill>
                        <a:latin typeface="Arial" panose="020B0604020202020204" pitchFamily="34" charset="0"/>
                        <a:ea typeface="Microsoft JhengHei" panose="020B0604030504040204" pitchFamily="34" charset="-12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pPr algn="l"/>
                      <a:endParaRPr lang="zh-TW" altLang="en-US" sz="1100" b="0" kern="1200" dirty="0">
                        <a:solidFill>
                          <a:schemeClr val="dk1"/>
                        </a:solidFill>
                        <a:latin typeface="Arial" panose="020B0604020202020204" pitchFamily="34" charset="0"/>
                        <a:ea typeface="Microsoft JhengHei" panose="020B0604030504040204" pitchFamily="34" charset="-12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pPr algn="just"/>
                      <a:endParaRPr lang="zh-TW" altLang="en-US" sz="1200" b="0" dirty="0">
                        <a:latin typeface="Times New Roman" panose="02020603050405020304" pitchFamily="18" charset="0"/>
                        <a:ea typeface="Microsoft JhengHei" panose="020B0604030504040204" pitchFamily="34" charset="-120"/>
                        <a:cs typeface="Times New Roman" panose="02020603050405020304" pitchFamily="18"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extLst>
                  <a:ext uri="{0D108BD9-81ED-4DB2-BD59-A6C34878D82A}">
                    <a16:rowId xmlns:a16="http://schemas.microsoft.com/office/drawing/2014/main" val="10002"/>
                  </a:ext>
                </a:extLst>
              </a:tr>
              <a:tr h="2087880">
                <a:tc>
                  <a:txBody>
                    <a:bodyPr/>
                    <a:lstStyle/>
                    <a:p>
                      <a:pPr algn="ctr"/>
                      <a:r>
                        <a:rPr lang="zh-TW" altLang="en-US" b="1" dirty="0">
                          <a:latin typeface="+mj-lt"/>
                          <a:ea typeface="Microsoft JhengHei" panose="020B0604030504040204" pitchFamily="34" charset="-120"/>
                        </a:rPr>
                        <a:t>下午時段</a:t>
                      </a:r>
                      <a:endParaRPr lang="en-US" altLang="zh-TW" b="1" dirty="0">
                        <a:latin typeface="+mj-lt"/>
                        <a:ea typeface="Microsoft JhengHei" panose="020B0604030504040204" pitchFamily="34" charset="-120"/>
                      </a:endParaRPr>
                    </a:p>
                    <a:p>
                      <a:pPr algn="ctr"/>
                      <a:r>
                        <a:rPr lang="en-US" altLang="zh-TW" b="1" dirty="0">
                          <a:latin typeface="+mj-lt"/>
                          <a:ea typeface="Microsoft JhengHei" panose="020B0604030504040204" pitchFamily="34" charset="-120"/>
                        </a:rPr>
                        <a:t>(13:00~17:00)</a:t>
                      </a:r>
                      <a:endParaRPr lang="zh-TW" altLang="en-US" b="1" dirty="0">
                        <a:latin typeface="+mj-lt"/>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lvl="0"/>
                      <a:r>
                        <a:rPr lang="en-US" sz="1050" dirty="0"/>
                        <a:t>Theo </a:t>
                      </a:r>
                      <a:r>
                        <a:rPr lang="en-US" sz="1050" dirty="0" err="1"/>
                        <a:t>dõi</a:t>
                      </a:r>
                      <a:r>
                        <a:rPr lang="en-US" sz="1050" dirty="0"/>
                        <a:t> </a:t>
                      </a:r>
                      <a:r>
                        <a:rPr lang="en-US" sz="1050" dirty="0" err="1"/>
                        <a:t>đơn</a:t>
                      </a:r>
                      <a:r>
                        <a:rPr lang="en-US" sz="1050" dirty="0"/>
                        <a:t> </a:t>
                      </a:r>
                      <a:r>
                        <a:rPr lang="en-US" sz="1050" dirty="0" err="1"/>
                        <a:t>hàng</a:t>
                      </a:r>
                      <a:r>
                        <a:rPr lang="en-US" sz="1050" dirty="0"/>
                        <a:t> </a:t>
                      </a:r>
                      <a:r>
                        <a:rPr lang="en-US" sz="1050" dirty="0" err="1"/>
                        <a:t>máy</a:t>
                      </a:r>
                      <a:r>
                        <a:rPr lang="en-US" sz="1050" dirty="0"/>
                        <a:t> </a:t>
                      </a:r>
                      <a:r>
                        <a:rPr lang="en-US" sz="1050" dirty="0" err="1"/>
                        <a:t>đọc</a:t>
                      </a:r>
                      <a:r>
                        <a:rPr lang="en-US" sz="1050" dirty="0"/>
                        <a:t> </a:t>
                      </a:r>
                      <a:r>
                        <a:rPr lang="en-US" sz="1050" dirty="0" err="1"/>
                        <a:t>mã</a:t>
                      </a:r>
                      <a:r>
                        <a:rPr lang="en-US" sz="1050" dirty="0"/>
                        <a:t> </a:t>
                      </a:r>
                      <a:r>
                        <a:rPr lang="en-US" sz="1050" dirty="0" err="1"/>
                        <a:t>vạch</a:t>
                      </a:r>
                      <a:r>
                        <a:rPr lang="en-US" sz="1050" dirty="0"/>
                        <a:t> RS36 </a:t>
                      </a:r>
                      <a:r>
                        <a:rPr lang="en-US" sz="1050" dirty="0" err="1"/>
                        <a:t>và</a:t>
                      </a:r>
                      <a:r>
                        <a:rPr lang="en-US" sz="1050" dirty="0"/>
                        <a:t> </a:t>
                      </a:r>
                      <a:r>
                        <a:rPr lang="en-US" sz="1050" dirty="0" err="1"/>
                        <a:t>xác</a:t>
                      </a:r>
                      <a:r>
                        <a:rPr lang="en-US" sz="1050" dirty="0"/>
                        <a:t> </a:t>
                      </a:r>
                      <a:r>
                        <a:rPr lang="en-US" sz="1050" dirty="0" err="1"/>
                        <a:t>nhận</a:t>
                      </a:r>
                      <a:r>
                        <a:rPr lang="en-US" sz="1050" dirty="0"/>
                        <a:t> </a:t>
                      </a:r>
                      <a:r>
                        <a:rPr lang="en-US" sz="1050" dirty="0" err="1"/>
                        <a:t>kế</a:t>
                      </a:r>
                      <a:r>
                        <a:rPr lang="en-US" sz="1050" dirty="0"/>
                        <a:t> </a:t>
                      </a:r>
                      <a:r>
                        <a:rPr lang="en-US" sz="1050" dirty="0" err="1"/>
                        <a:t>hoạch</a:t>
                      </a:r>
                      <a:r>
                        <a:rPr lang="en-US" sz="1050" dirty="0"/>
                        <a:t> </a:t>
                      </a:r>
                      <a:r>
                        <a:rPr lang="en-US" sz="1050" dirty="0" err="1"/>
                        <a:t>giao</a:t>
                      </a:r>
                      <a:r>
                        <a:rPr lang="en-US" sz="1050" dirty="0"/>
                        <a:t> </a:t>
                      </a:r>
                      <a:r>
                        <a:rPr lang="en-US" sz="1050" dirty="0" err="1"/>
                        <a:t>hàng</a:t>
                      </a:r>
                      <a:r>
                        <a:rPr lang="en-US" sz="1050" dirty="0"/>
                        <a:t>.</a:t>
                      </a:r>
                      <a:br>
                        <a:rPr lang="en-US" sz="1050" dirty="0"/>
                      </a:br>
                      <a:r>
                        <a:rPr lang="en-US" sz="1050" dirty="0" err="1"/>
                        <a:t>追蹤</a:t>
                      </a:r>
                      <a:r>
                        <a:rPr lang="en-US" sz="1050" dirty="0"/>
                        <a:t> RS36 </a:t>
                      </a:r>
                      <a:r>
                        <a:rPr lang="en-US" sz="1050" dirty="0" err="1"/>
                        <a:t>條碼掃描器訂單及交貨安排</a:t>
                      </a:r>
                      <a:r>
                        <a:rPr lang="en-US" sz="1050" dirty="0"/>
                        <a:t>。</a:t>
                      </a:r>
                    </a:p>
                    <a:p>
                      <a:pPr lvl="0"/>
                      <a:r>
                        <a:rPr lang="en-US" sz="1050" dirty="0" err="1"/>
                        <a:t>Kiểm</a:t>
                      </a:r>
                      <a:r>
                        <a:rPr lang="en-US" sz="1050" dirty="0"/>
                        <a:t> </a:t>
                      </a:r>
                      <a:r>
                        <a:rPr lang="en-US" sz="1050" dirty="0" err="1"/>
                        <a:t>tra</a:t>
                      </a:r>
                      <a:r>
                        <a:rPr lang="en-US" sz="1050" dirty="0"/>
                        <a:t> </a:t>
                      </a:r>
                      <a:r>
                        <a:rPr lang="en-US" sz="1050" dirty="0" err="1"/>
                        <a:t>hồ</a:t>
                      </a:r>
                      <a:r>
                        <a:rPr lang="en-US" sz="1050" dirty="0"/>
                        <a:t> </a:t>
                      </a:r>
                      <a:r>
                        <a:rPr lang="en-US" sz="1050" dirty="0" err="1"/>
                        <a:t>sơ</a:t>
                      </a:r>
                      <a:r>
                        <a:rPr lang="en-US" sz="1050" dirty="0"/>
                        <a:t> </a:t>
                      </a:r>
                      <a:r>
                        <a:rPr lang="en-US" sz="1050" dirty="0" err="1"/>
                        <a:t>hợp</a:t>
                      </a:r>
                      <a:r>
                        <a:rPr lang="en-US" sz="1050" dirty="0"/>
                        <a:t> </a:t>
                      </a:r>
                      <a:r>
                        <a:rPr lang="en-US" sz="1050" dirty="0" err="1"/>
                        <a:t>đồng</a:t>
                      </a:r>
                      <a:r>
                        <a:rPr lang="en-US" sz="1050" dirty="0"/>
                        <a:t> </a:t>
                      </a:r>
                      <a:r>
                        <a:rPr lang="en-US" sz="1050" dirty="0" err="1"/>
                        <a:t>và</a:t>
                      </a:r>
                      <a:r>
                        <a:rPr lang="en-US" sz="1050" dirty="0"/>
                        <a:t> </a:t>
                      </a:r>
                      <a:r>
                        <a:rPr lang="en-US" sz="1050" dirty="0" err="1"/>
                        <a:t>đăng</a:t>
                      </a:r>
                      <a:r>
                        <a:rPr lang="en-US" sz="1050" dirty="0"/>
                        <a:t> </a:t>
                      </a:r>
                      <a:r>
                        <a:rPr lang="en-US" sz="1050" dirty="0" err="1"/>
                        <a:t>ký</a:t>
                      </a:r>
                      <a:r>
                        <a:rPr lang="en-US" sz="1050" dirty="0"/>
                        <a:t> </a:t>
                      </a:r>
                      <a:r>
                        <a:rPr lang="en-US" sz="1050" dirty="0" err="1"/>
                        <a:t>nhà</a:t>
                      </a:r>
                      <a:r>
                        <a:rPr lang="en-US" sz="1050" dirty="0"/>
                        <a:t> </a:t>
                      </a:r>
                      <a:r>
                        <a:rPr lang="en-US" sz="1050" dirty="0" err="1"/>
                        <a:t>cung</a:t>
                      </a:r>
                      <a:r>
                        <a:rPr lang="en-US" sz="1050" dirty="0"/>
                        <a:t> </a:t>
                      </a:r>
                      <a:r>
                        <a:rPr lang="en-US" sz="1050" dirty="0" err="1"/>
                        <a:t>cấp</a:t>
                      </a:r>
                      <a:r>
                        <a:rPr lang="en-US" sz="1050" dirty="0"/>
                        <a:t> Midea.</a:t>
                      </a:r>
                      <a:br>
                        <a:rPr lang="en-US" sz="1050" dirty="0"/>
                      </a:br>
                      <a:r>
                        <a:rPr lang="en-US" sz="1050" dirty="0" err="1"/>
                        <a:t>檢查</a:t>
                      </a:r>
                      <a:r>
                        <a:rPr lang="en-US" sz="1050" dirty="0"/>
                        <a:t> Midea </a:t>
                      </a:r>
                      <a:r>
                        <a:rPr lang="en-US" sz="1050" dirty="0" err="1"/>
                        <a:t>合約及供應商登記文件</a:t>
                      </a:r>
                      <a:r>
                        <a:rPr lang="en-US" sz="1050" dirty="0"/>
                        <a:t>。</a:t>
                      </a:r>
                    </a:p>
                    <a:p>
                      <a:r>
                        <a:rPr lang="en-US" sz="1050" b="1" dirty="0"/>
                        <a:t>。</a:t>
                      </a:r>
                      <a:endParaRPr lang="zh-CN" altLang="en-US" sz="1050" b="0" dirty="0">
                        <a:solidFill>
                          <a:schemeClr val="bg1"/>
                        </a:solidFill>
                        <a:latin typeface="Arial" panose="020B0604020202020204" pitchFamily="34" charset="0"/>
                        <a:ea typeface="Microsoft JhengHei" panose="020B0604030504040204" pitchFamily="34" charset="-120"/>
                        <a:cs typeface="Arial" panose="020B0604020202020204" pitchFamily="34" charset="0"/>
                        <a:sym typeface="+mn-ea"/>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lvl="0"/>
                      <a:r>
                        <a:rPr kumimoji="0" lang="en-US" altLang="zh-TW" sz="1050" b="0" i="0" u="none" strike="noStrike" kern="1200" cap="none" spc="0" normalizeH="0" baseline="0" noProof="0" dirty="0">
                          <a:ln>
                            <a:noFill/>
                          </a:ln>
                          <a:solidFill>
                            <a:schemeClr val="bg1"/>
                          </a:solidFill>
                          <a:effectLst/>
                          <a:uLnTx/>
                          <a:uFillTx/>
                          <a:latin typeface="Calibri" panose="020F0502020204030204"/>
                          <a:ea typeface="PMingLiU" panose="02020500000000000000" pitchFamily="18" charset="-120"/>
                          <a:cs typeface="+mn-cs"/>
                        </a:rPr>
                        <a:t>2.</a:t>
                      </a:r>
                      <a:r>
                        <a:rPr lang="en-US" sz="1050" dirty="0"/>
                        <a:t> </a:t>
                      </a:r>
                      <a:r>
                        <a:rPr lang="en-US" sz="1050" dirty="0" err="1"/>
                        <a:t>Kiểm</a:t>
                      </a:r>
                      <a:r>
                        <a:rPr lang="en-US" sz="1050" dirty="0"/>
                        <a:t> </a:t>
                      </a:r>
                      <a:r>
                        <a:rPr lang="en-US" sz="1050" dirty="0" err="1"/>
                        <a:t>tra</a:t>
                      </a:r>
                      <a:r>
                        <a:rPr lang="en-US" sz="1050" dirty="0"/>
                        <a:t>, </a:t>
                      </a:r>
                      <a:r>
                        <a:rPr lang="en-US" sz="1050" dirty="0" err="1"/>
                        <a:t>chỉnh</a:t>
                      </a:r>
                      <a:r>
                        <a:rPr lang="en-US" sz="1050" dirty="0"/>
                        <a:t> </a:t>
                      </a:r>
                      <a:r>
                        <a:rPr lang="en-US" sz="1050" dirty="0" err="1"/>
                        <a:t>sửa</a:t>
                      </a:r>
                      <a:r>
                        <a:rPr lang="en-US" sz="1050" dirty="0"/>
                        <a:t> </a:t>
                      </a:r>
                      <a:r>
                        <a:rPr lang="en-US" sz="1050" dirty="0" err="1"/>
                        <a:t>nội</a:t>
                      </a:r>
                      <a:r>
                        <a:rPr lang="en-US" sz="1050" dirty="0"/>
                        <a:t> dung </a:t>
                      </a:r>
                      <a:r>
                        <a:rPr lang="en-US" sz="1050" dirty="0" err="1"/>
                        <a:t>hợp</a:t>
                      </a:r>
                      <a:r>
                        <a:rPr lang="en-US" sz="1050" dirty="0"/>
                        <a:t> </a:t>
                      </a:r>
                      <a:r>
                        <a:rPr lang="en-US" sz="1050" dirty="0" err="1"/>
                        <a:t>đồng</a:t>
                      </a:r>
                      <a:r>
                        <a:rPr lang="en-US" sz="1050" dirty="0"/>
                        <a:t> song </a:t>
                      </a:r>
                      <a:r>
                        <a:rPr lang="en-US" sz="1050" dirty="0" err="1"/>
                        <a:t>ngữ</a:t>
                      </a:r>
                      <a:r>
                        <a:rPr lang="en-US" sz="1050" dirty="0"/>
                        <a:t> Việt – Trung.</a:t>
                      </a:r>
                      <a:br>
                        <a:rPr lang="en-US" sz="1050" dirty="0"/>
                      </a:br>
                      <a:r>
                        <a:rPr lang="en-US" sz="1050" dirty="0" err="1"/>
                        <a:t>核對並修正合約越中雙語內容</a:t>
                      </a:r>
                      <a:r>
                        <a:rPr lang="en-US" sz="1050" dirty="0"/>
                        <a:t>。</a:t>
                      </a:r>
                    </a:p>
                    <a:p>
                      <a:pPr lvl="0"/>
                      <a:r>
                        <a:rPr lang="en-US" sz="1050" dirty="0" err="1"/>
                        <a:t>Chuẩn</a:t>
                      </a:r>
                      <a:r>
                        <a:rPr lang="en-US" sz="1050" dirty="0"/>
                        <a:t> </a:t>
                      </a:r>
                      <a:r>
                        <a:rPr lang="en-US" sz="1050" dirty="0" err="1"/>
                        <a:t>bị</a:t>
                      </a:r>
                      <a:r>
                        <a:rPr lang="en-US" sz="1050" dirty="0"/>
                        <a:t> </a:t>
                      </a:r>
                      <a:r>
                        <a:rPr lang="en-US" sz="1050" dirty="0" err="1"/>
                        <a:t>thông</a:t>
                      </a:r>
                      <a:r>
                        <a:rPr lang="en-US" sz="1050" dirty="0"/>
                        <a:t> tin </a:t>
                      </a:r>
                      <a:r>
                        <a:rPr lang="en-US" sz="1050" dirty="0" err="1"/>
                        <a:t>và</a:t>
                      </a:r>
                      <a:r>
                        <a:rPr lang="en-US" sz="1050" dirty="0"/>
                        <a:t> </a:t>
                      </a:r>
                      <a:r>
                        <a:rPr lang="en-US" sz="1050" dirty="0" err="1"/>
                        <a:t>hồ</a:t>
                      </a:r>
                      <a:r>
                        <a:rPr lang="en-US" sz="1050" dirty="0"/>
                        <a:t> </a:t>
                      </a:r>
                      <a:r>
                        <a:rPr lang="en-US" sz="1050" dirty="0" err="1"/>
                        <a:t>sơ</a:t>
                      </a:r>
                      <a:r>
                        <a:rPr lang="en-US" sz="1050" dirty="0"/>
                        <a:t> </a:t>
                      </a:r>
                      <a:r>
                        <a:rPr lang="en-US" sz="1050" dirty="0" err="1"/>
                        <a:t>hành</a:t>
                      </a:r>
                      <a:r>
                        <a:rPr lang="en-US" sz="1050" dirty="0"/>
                        <a:t> </a:t>
                      </a:r>
                      <a:r>
                        <a:rPr lang="en-US" sz="1050" dirty="0" err="1"/>
                        <a:t>chính</a:t>
                      </a:r>
                      <a:r>
                        <a:rPr lang="en-US" sz="1050" dirty="0"/>
                        <a:t> </a:t>
                      </a:r>
                      <a:r>
                        <a:rPr lang="en-US" sz="1050" dirty="0" err="1"/>
                        <a:t>liên</a:t>
                      </a:r>
                      <a:r>
                        <a:rPr lang="en-US" sz="1050" dirty="0"/>
                        <a:t> </a:t>
                      </a:r>
                      <a:r>
                        <a:rPr lang="en-US" sz="1050" dirty="0" err="1"/>
                        <a:t>quan</a:t>
                      </a:r>
                      <a:r>
                        <a:rPr lang="en-US" sz="1050" dirty="0"/>
                        <a:t> </a:t>
                      </a:r>
                      <a:r>
                        <a:rPr lang="en-US" sz="1050" dirty="0" err="1"/>
                        <a:t>đến</a:t>
                      </a:r>
                      <a:r>
                        <a:rPr lang="en-US" sz="1050" dirty="0"/>
                        <a:t> </a:t>
                      </a:r>
                      <a:r>
                        <a:rPr lang="en-US" sz="1050" dirty="0" err="1"/>
                        <a:t>công</a:t>
                      </a:r>
                      <a:r>
                        <a:rPr lang="en-US" sz="1050" dirty="0"/>
                        <a:t> ty.</a:t>
                      </a:r>
                      <a:br>
                        <a:rPr lang="en-US" sz="1050" dirty="0"/>
                      </a:br>
                      <a:r>
                        <a:rPr lang="en-US" sz="1050" dirty="0" err="1"/>
                        <a:t>整理公司相關行政資料及文件</a:t>
                      </a:r>
                      <a:r>
                        <a:rPr lang="en-US" sz="1050" dirty="0"/>
                        <a:t>。</a:t>
                      </a:r>
                    </a:p>
                    <a:p>
                      <a:endParaRPr kumimoji="0" lang="zh-CN" altLang="en-US" sz="1050" b="0" i="0" u="none" strike="noStrike" kern="1200" cap="none" spc="0" normalizeH="0" baseline="0" noProof="0" dirty="0">
                        <a:ln>
                          <a:noFill/>
                        </a:ln>
                        <a:solidFill>
                          <a:schemeClr val="bg1"/>
                        </a:solidFill>
                        <a:effectLst/>
                        <a:uLnTx/>
                        <a:uFillTx/>
                        <a:latin typeface="Calibri" panose="020F0502020204030204"/>
                        <a:ea typeface="PMingLiU" panose="02020500000000000000" pitchFamily="18" charset="-12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lvl="0"/>
                      <a:r>
                        <a:rPr lang="en-US" altLang="zh-TW" sz="1050" b="0" dirty="0">
                          <a:solidFill>
                            <a:schemeClr val="bg1"/>
                          </a:solidFill>
                        </a:rPr>
                        <a:t>1.</a:t>
                      </a:r>
                      <a:r>
                        <a:rPr lang="en-US" sz="1050" dirty="0"/>
                        <a:t> </a:t>
                      </a:r>
                      <a:r>
                        <a:rPr lang="en-US" sz="1050" dirty="0" err="1"/>
                        <a:t>Chỉnh</a:t>
                      </a:r>
                      <a:r>
                        <a:rPr lang="en-US" sz="1050" dirty="0"/>
                        <a:t> </a:t>
                      </a:r>
                      <a:r>
                        <a:rPr lang="en-US" sz="1050" dirty="0" err="1"/>
                        <a:t>sửa</a:t>
                      </a:r>
                      <a:r>
                        <a:rPr lang="en-US" sz="1050" dirty="0"/>
                        <a:t> </a:t>
                      </a:r>
                      <a:r>
                        <a:rPr lang="en-US" sz="1050" dirty="0" err="1"/>
                        <a:t>biên</a:t>
                      </a:r>
                      <a:r>
                        <a:rPr lang="en-US" sz="1050" dirty="0"/>
                        <a:t> </a:t>
                      </a:r>
                      <a:r>
                        <a:rPr lang="en-US" sz="1050" dirty="0" err="1"/>
                        <a:t>bản</a:t>
                      </a:r>
                      <a:r>
                        <a:rPr lang="en-US" sz="1050" dirty="0"/>
                        <a:t> </a:t>
                      </a:r>
                      <a:r>
                        <a:rPr lang="en-US" sz="1050" dirty="0" err="1"/>
                        <a:t>nghiệm</a:t>
                      </a:r>
                      <a:r>
                        <a:rPr lang="en-US" sz="1050" dirty="0"/>
                        <a:t> </a:t>
                      </a:r>
                      <a:r>
                        <a:rPr lang="en-US" sz="1050" dirty="0" err="1"/>
                        <a:t>thu</a:t>
                      </a:r>
                      <a:r>
                        <a:rPr lang="en-US" sz="1050" dirty="0"/>
                        <a:t>, </a:t>
                      </a:r>
                      <a:r>
                        <a:rPr lang="en-US" sz="1050" dirty="0" err="1"/>
                        <a:t>bàn</a:t>
                      </a:r>
                      <a:r>
                        <a:rPr lang="en-US" sz="1050" dirty="0"/>
                        <a:t> </a:t>
                      </a:r>
                      <a:r>
                        <a:rPr lang="en-US" sz="1050" dirty="0" err="1"/>
                        <a:t>giao</a:t>
                      </a:r>
                      <a:r>
                        <a:rPr lang="en-US" sz="1050" dirty="0"/>
                        <a:t> </a:t>
                      </a:r>
                      <a:r>
                        <a:rPr lang="en-US" sz="1050" dirty="0" err="1"/>
                        <a:t>dự</a:t>
                      </a:r>
                      <a:r>
                        <a:rPr lang="en-US" sz="1050" dirty="0"/>
                        <a:t> </a:t>
                      </a:r>
                      <a:r>
                        <a:rPr lang="en-US" sz="1050" dirty="0" err="1"/>
                        <a:t>án</a:t>
                      </a:r>
                      <a:r>
                        <a:rPr lang="en-US" sz="1050" dirty="0"/>
                        <a:t> CX.</a:t>
                      </a:r>
                      <a:br>
                        <a:rPr lang="en-US" sz="1050" dirty="0"/>
                      </a:br>
                      <a:r>
                        <a:rPr lang="en-US" sz="1050" dirty="0" err="1"/>
                        <a:t>修改</a:t>
                      </a:r>
                      <a:r>
                        <a:rPr lang="en-US" sz="1050" dirty="0"/>
                        <a:t> CX </a:t>
                      </a:r>
                      <a:r>
                        <a:rPr lang="en-US" sz="1050" dirty="0" err="1"/>
                        <a:t>專案驗收及交接文件</a:t>
                      </a:r>
                      <a:r>
                        <a:rPr lang="en-US" sz="1050" dirty="0"/>
                        <a:t>。</a:t>
                      </a:r>
                    </a:p>
                    <a:p>
                      <a:pPr lvl="0"/>
                      <a:r>
                        <a:rPr lang="en-US" sz="1050" dirty="0"/>
                        <a:t>Liên </a:t>
                      </a:r>
                      <a:r>
                        <a:rPr lang="en-US" sz="1050" dirty="0" err="1"/>
                        <a:t>hệ</a:t>
                      </a:r>
                      <a:r>
                        <a:rPr lang="en-US" sz="1050" dirty="0"/>
                        <a:t> </a:t>
                      </a:r>
                      <a:r>
                        <a:rPr lang="en-US" sz="1050" dirty="0" err="1"/>
                        <a:t>khách</a:t>
                      </a:r>
                      <a:r>
                        <a:rPr lang="en-US" sz="1050" dirty="0"/>
                        <a:t> </a:t>
                      </a:r>
                      <a:r>
                        <a:rPr lang="en-US" sz="1050" dirty="0" err="1"/>
                        <a:t>hàng</a:t>
                      </a:r>
                      <a:r>
                        <a:rPr lang="en-US" sz="1050" dirty="0"/>
                        <a:t> </a:t>
                      </a:r>
                      <a:r>
                        <a:rPr lang="en-US" sz="1050" dirty="0" err="1"/>
                        <a:t>nhắc</a:t>
                      </a:r>
                      <a:r>
                        <a:rPr lang="en-US" sz="1050" dirty="0"/>
                        <a:t> </a:t>
                      </a:r>
                      <a:r>
                        <a:rPr lang="en-US" sz="1050" dirty="0" err="1"/>
                        <a:t>thanh</a:t>
                      </a:r>
                      <a:r>
                        <a:rPr lang="en-US" sz="1050" dirty="0"/>
                        <a:t> </a:t>
                      </a:r>
                      <a:r>
                        <a:rPr lang="en-US" sz="1050" dirty="0" err="1"/>
                        <a:t>toán</a:t>
                      </a:r>
                      <a:r>
                        <a:rPr lang="en-US" sz="1050" dirty="0"/>
                        <a:t> </a:t>
                      </a:r>
                      <a:r>
                        <a:rPr lang="en-US" sz="1050" dirty="0" err="1"/>
                        <a:t>công</a:t>
                      </a:r>
                      <a:r>
                        <a:rPr lang="en-US" sz="1050" dirty="0"/>
                        <a:t> </a:t>
                      </a:r>
                      <a:r>
                        <a:rPr lang="en-US" sz="1050" dirty="0" err="1"/>
                        <a:t>nợ</a:t>
                      </a:r>
                      <a:r>
                        <a:rPr lang="en-US" sz="1050" dirty="0"/>
                        <a:t>.</a:t>
                      </a:r>
                      <a:br>
                        <a:rPr lang="en-US" sz="1050" dirty="0"/>
                      </a:br>
                      <a:r>
                        <a:rPr lang="en-US" sz="1050" dirty="0" err="1"/>
                        <a:t>聯繫客戶追蹤及催收應收帳款</a:t>
                      </a:r>
                      <a:r>
                        <a:rPr lang="en-US" sz="1050" dirty="0"/>
                        <a: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lvl="0"/>
                      <a:r>
                        <a:rPr kumimoji="0" lang="en-US" altLang="zh-TW" sz="1050" b="0" i="0" u="none" strike="noStrike" kern="1200" cap="none" spc="0" normalizeH="0" baseline="0" noProof="0" dirty="0">
                          <a:ln>
                            <a:noFill/>
                          </a:ln>
                          <a:solidFill>
                            <a:schemeClr val="bg1"/>
                          </a:solidFill>
                          <a:effectLst/>
                          <a:uLnTx/>
                          <a:uFillTx/>
                          <a:latin typeface="+mn-lt"/>
                          <a:ea typeface="+mn-ea"/>
                          <a:cs typeface="+mn-cs"/>
                        </a:rPr>
                        <a:t>2.</a:t>
                      </a:r>
                      <a:r>
                        <a:rPr lang="en-US" sz="1050" dirty="0"/>
                        <a:t> </a:t>
                      </a:r>
                      <a:r>
                        <a:rPr lang="en-US" sz="1050" dirty="0" err="1"/>
                        <a:t>Chuẩn</a:t>
                      </a:r>
                      <a:r>
                        <a:rPr lang="en-US" sz="1050" dirty="0"/>
                        <a:t> </a:t>
                      </a:r>
                      <a:r>
                        <a:rPr lang="en-US" sz="1050" dirty="0" err="1"/>
                        <a:t>bị</a:t>
                      </a:r>
                      <a:r>
                        <a:rPr lang="en-US" sz="1050" dirty="0"/>
                        <a:t> </a:t>
                      </a:r>
                      <a:r>
                        <a:rPr lang="en-US" sz="1050" dirty="0" err="1"/>
                        <a:t>phiếu</a:t>
                      </a:r>
                      <a:r>
                        <a:rPr lang="en-US" sz="1050" dirty="0"/>
                        <a:t> </a:t>
                      </a:r>
                      <a:r>
                        <a:rPr lang="en-US" sz="1050" dirty="0" err="1"/>
                        <a:t>xuất</a:t>
                      </a:r>
                      <a:r>
                        <a:rPr lang="en-US" sz="1050" dirty="0"/>
                        <a:t> </a:t>
                      </a:r>
                      <a:r>
                        <a:rPr lang="en-US" sz="1050" dirty="0" err="1"/>
                        <a:t>kho</a:t>
                      </a:r>
                      <a:r>
                        <a:rPr lang="en-US" sz="1050" dirty="0"/>
                        <a:t> Cheng Feng </a:t>
                      </a:r>
                      <a:r>
                        <a:rPr lang="en-US" sz="1050" dirty="0" err="1"/>
                        <a:t>trình</a:t>
                      </a:r>
                      <a:r>
                        <a:rPr lang="en-US" sz="1050" dirty="0"/>
                        <a:t> </a:t>
                      </a:r>
                      <a:r>
                        <a:rPr lang="en-US" sz="1050" dirty="0" err="1"/>
                        <a:t>ký</a:t>
                      </a:r>
                      <a:r>
                        <a:rPr lang="en-US" sz="1050" dirty="0"/>
                        <a:t>.</a:t>
                      </a:r>
                      <a:br>
                        <a:rPr lang="en-US" sz="1050" dirty="0"/>
                      </a:br>
                      <a:r>
                        <a:rPr lang="en-US" sz="1050" dirty="0" err="1"/>
                        <a:t>準備</a:t>
                      </a:r>
                      <a:r>
                        <a:rPr lang="en-US" sz="1050" dirty="0"/>
                        <a:t> Cheng Feng </a:t>
                      </a:r>
                      <a:r>
                        <a:rPr lang="en-US" sz="1050" dirty="0" err="1"/>
                        <a:t>出庫單並提交簽核</a:t>
                      </a:r>
                      <a:r>
                        <a:rPr lang="en-US" sz="1050" dirty="0"/>
                        <a:t>。</a:t>
                      </a:r>
                    </a:p>
                    <a:p>
                      <a:pPr lvl="0"/>
                      <a:r>
                        <a:rPr lang="en-US" sz="1050" dirty="0"/>
                        <a:t>Theo </a:t>
                      </a:r>
                      <a:r>
                        <a:rPr lang="en-US" sz="1050" dirty="0" err="1"/>
                        <a:t>dõi</a:t>
                      </a:r>
                      <a:r>
                        <a:rPr lang="en-US" sz="1050" dirty="0"/>
                        <a:t> </a:t>
                      </a:r>
                      <a:r>
                        <a:rPr lang="en-US" sz="1050" dirty="0" err="1"/>
                        <a:t>hồ</a:t>
                      </a:r>
                      <a:r>
                        <a:rPr lang="en-US" sz="1050" dirty="0"/>
                        <a:t> </a:t>
                      </a:r>
                      <a:r>
                        <a:rPr lang="en-US" sz="1050" dirty="0" err="1"/>
                        <a:t>sơ</a:t>
                      </a:r>
                      <a:r>
                        <a:rPr lang="en-US" sz="1050" dirty="0"/>
                        <a:t> DFV </a:t>
                      </a:r>
                      <a:r>
                        <a:rPr lang="en-US" sz="1050" dirty="0" err="1"/>
                        <a:t>và</a:t>
                      </a:r>
                      <a:r>
                        <a:rPr lang="en-US" sz="1050" dirty="0"/>
                        <a:t> </a:t>
                      </a:r>
                      <a:r>
                        <a:rPr lang="en-US" sz="1050" dirty="0" err="1"/>
                        <a:t>các</a:t>
                      </a:r>
                      <a:r>
                        <a:rPr lang="en-US" sz="1050" dirty="0"/>
                        <a:t> </a:t>
                      </a:r>
                      <a:r>
                        <a:rPr lang="en-US" sz="1050" dirty="0" err="1"/>
                        <a:t>công</a:t>
                      </a:r>
                      <a:r>
                        <a:rPr lang="en-US" sz="1050" dirty="0"/>
                        <a:t> </a:t>
                      </a:r>
                      <a:r>
                        <a:rPr lang="en-US" sz="1050" dirty="0" err="1"/>
                        <a:t>việc</a:t>
                      </a:r>
                      <a:r>
                        <a:rPr lang="en-US" sz="1050" dirty="0"/>
                        <a:t> </a:t>
                      </a:r>
                      <a:r>
                        <a:rPr lang="en-US" sz="1050" dirty="0" err="1"/>
                        <a:t>xử</a:t>
                      </a:r>
                      <a:r>
                        <a:rPr lang="en-US" sz="1050" dirty="0"/>
                        <a:t> </a:t>
                      </a:r>
                      <a:r>
                        <a:rPr lang="en-US" sz="1050" dirty="0" err="1"/>
                        <a:t>lý</a:t>
                      </a:r>
                      <a:r>
                        <a:rPr lang="en-US" sz="1050" dirty="0"/>
                        <a:t> </a:t>
                      </a:r>
                      <a:r>
                        <a:rPr lang="en-US" sz="1050" dirty="0" err="1"/>
                        <a:t>tiếp</a:t>
                      </a:r>
                      <a:r>
                        <a:rPr lang="en-US" sz="1050" dirty="0"/>
                        <a:t> </a:t>
                      </a:r>
                      <a:r>
                        <a:rPr lang="en-US" sz="1050" dirty="0" err="1"/>
                        <a:t>theo.</a:t>
                      </a:r>
                      <a:br>
                        <a:rPr lang="en-US" sz="1050" dirty="0"/>
                      </a:br>
                      <a:r>
                        <a:rPr lang="en-US" sz="1050" dirty="0" err="1"/>
                        <a:t>追蹤</a:t>
                      </a:r>
                      <a:r>
                        <a:rPr lang="en-US" sz="1050" dirty="0"/>
                        <a:t> DFV </a:t>
                      </a:r>
                      <a:r>
                        <a:rPr lang="en-US" sz="1050" dirty="0" err="1"/>
                        <a:t>文件及後續處理事項</a:t>
                      </a:r>
                      <a:r>
                        <a:rPr lang="en-US" sz="1050" dirty="0"/>
                        <a:t>。</a:t>
                      </a:r>
                    </a:p>
                    <a:p>
                      <a:endParaRPr lang="zh-CN" altLang="en-US" sz="1050" b="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lvl="0"/>
                      <a:r>
                        <a:rPr lang="en-US" sz="1050" dirty="0" err="1"/>
                        <a:t>Soạn</a:t>
                      </a:r>
                      <a:r>
                        <a:rPr lang="en-US" sz="1050" dirty="0"/>
                        <a:t> email song </a:t>
                      </a:r>
                      <a:r>
                        <a:rPr lang="en-US" sz="1050" dirty="0" err="1"/>
                        <a:t>ngữ</a:t>
                      </a:r>
                      <a:r>
                        <a:rPr lang="en-US" sz="1050" dirty="0"/>
                        <a:t> </a:t>
                      </a:r>
                      <a:r>
                        <a:rPr lang="en-US" sz="1050" dirty="0" err="1"/>
                        <a:t>giải</a:t>
                      </a:r>
                      <a:r>
                        <a:rPr lang="en-US" sz="1050" dirty="0"/>
                        <a:t> </a:t>
                      </a:r>
                      <a:r>
                        <a:rPr lang="en-US" sz="1050" dirty="0" err="1"/>
                        <a:t>thích</a:t>
                      </a:r>
                      <a:r>
                        <a:rPr lang="en-US" sz="1050" dirty="0"/>
                        <a:t> </a:t>
                      </a:r>
                      <a:r>
                        <a:rPr lang="en-US" sz="1050" dirty="0" err="1"/>
                        <a:t>thời</a:t>
                      </a:r>
                      <a:r>
                        <a:rPr lang="en-US" sz="1050" dirty="0"/>
                        <a:t> </a:t>
                      </a:r>
                      <a:r>
                        <a:rPr lang="en-US" sz="1050" dirty="0" err="1"/>
                        <a:t>gian</a:t>
                      </a:r>
                      <a:r>
                        <a:rPr lang="en-US" sz="1050" dirty="0"/>
                        <a:t> </a:t>
                      </a:r>
                      <a:r>
                        <a:rPr lang="en-US" sz="1050" dirty="0" err="1"/>
                        <a:t>triển</a:t>
                      </a:r>
                      <a:r>
                        <a:rPr lang="en-US" sz="1050" dirty="0"/>
                        <a:t> </a:t>
                      </a:r>
                      <a:r>
                        <a:rPr lang="en-US" sz="1050" dirty="0" err="1"/>
                        <a:t>khai</a:t>
                      </a:r>
                      <a:r>
                        <a:rPr lang="en-US" sz="1050" dirty="0"/>
                        <a:t> </a:t>
                      </a:r>
                      <a:r>
                        <a:rPr lang="en-US" sz="1050" dirty="0" err="1"/>
                        <a:t>dự</a:t>
                      </a:r>
                      <a:r>
                        <a:rPr lang="en-US" sz="1050" dirty="0"/>
                        <a:t> </a:t>
                      </a:r>
                      <a:r>
                        <a:rPr lang="en-US" sz="1050" dirty="0" err="1"/>
                        <a:t>án</a:t>
                      </a:r>
                      <a:r>
                        <a:rPr lang="en-US" sz="1050" dirty="0"/>
                        <a:t> CX.</a:t>
                      </a:r>
                      <a:br>
                        <a:rPr lang="en-US" sz="1050" dirty="0"/>
                      </a:br>
                      <a:r>
                        <a:rPr lang="en-US" sz="1050" dirty="0" err="1"/>
                        <a:t>撰寫越中雙語郵件，說明</a:t>
                      </a:r>
                      <a:r>
                        <a:rPr lang="en-US" sz="1050" dirty="0"/>
                        <a:t> CX </a:t>
                      </a:r>
                      <a:r>
                        <a:rPr lang="en-US" sz="1050" dirty="0" err="1"/>
                        <a:t>專案實際安裝及文件日期</a:t>
                      </a:r>
                      <a:r>
                        <a:rPr lang="en-US" sz="1050" dirty="0"/>
                        <a:t>。</a:t>
                      </a:r>
                    </a:p>
                    <a:p>
                      <a:pPr lvl="0"/>
                      <a:r>
                        <a:rPr lang="en-US" sz="1050" dirty="0" err="1"/>
                        <a:t>Cập</a:t>
                      </a:r>
                      <a:r>
                        <a:rPr lang="en-US" sz="1050" dirty="0"/>
                        <a:t> </a:t>
                      </a:r>
                      <a:r>
                        <a:rPr lang="en-US" sz="1050" dirty="0" err="1"/>
                        <a:t>nhật</a:t>
                      </a:r>
                      <a:r>
                        <a:rPr lang="en-US" sz="1050" dirty="0"/>
                        <a:t> </a:t>
                      </a:r>
                      <a:r>
                        <a:rPr lang="en-US" sz="1050" dirty="0" err="1"/>
                        <a:t>thông</a:t>
                      </a:r>
                      <a:r>
                        <a:rPr lang="en-US" sz="1050" dirty="0"/>
                        <a:t> tin </a:t>
                      </a:r>
                      <a:r>
                        <a:rPr lang="en-US" sz="1050" dirty="0" err="1"/>
                        <a:t>thanh</a:t>
                      </a:r>
                      <a:r>
                        <a:rPr lang="en-US" sz="1050" dirty="0"/>
                        <a:t> </a:t>
                      </a:r>
                      <a:r>
                        <a:rPr lang="en-US" sz="1050" dirty="0" err="1"/>
                        <a:t>toán</a:t>
                      </a:r>
                      <a:r>
                        <a:rPr lang="en-US" sz="1050" dirty="0"/>
                        <a:t> </a:t>
                      </a:r>
                      <a:r>
                        <a:rPr lang="en-US" sz="1050" dirty="0" err="1"/>
                        <a:t>đặt</a:t>
                      </a:r>
                      <a:r>
                        <a:rPr lang="en-US" sz="1050" dirty="0"/>
                        <a:t> </a:t>
                      </a:r>
                      <a:r>
                        <a:rPr lang="en-US" sz="1050" dirty="0" err="1"/>
                        <a:t>cọc</a:t>
                      </a:r>
                      <a:r>
                        <a:rPr lang="en-US" sz="1050" dirty="0"/>
                        <a:t> 50%.</a:t>
                      </a:r>
                      <a:br>
                        <a:rPr lang="en-US" sz="1050" dirty="0"/>
                      </a:br>
                      <a:r>
                        <a:rPr lang="en-US" sz="1050" dirty="0"/>
                        <a:t>更新已支付50%訂金的付款資訊。</a:t>
                      </a:r>
                    </a:p>
                    <a:p>
                      <a:pPr lvl="0"/>
                      <a:r>
                        <a:rPr lang="en-US" sz="1050" dirty="0"/>
                        <a:t>Báo </a:t>
                      </a:r>
                      <a:r>
                        <a:rPr lang="en-US" sz="1050" dirty="0" err="1"/>
                        <a:t>cáo</a:t>
                      </a:r>
                      <a:r>
                        <a:rPr lang="en-US" sz="1050" dirty="0"/>
                        <a:t> </a:t>
                      </a:r>
                      <a:r>
                        <a:rPr lang="en-US" sz="1050" dirty="0" err="1"/>
                        <a:t>tình</a:t>
                      </a:r>
                      <a:r>
                        <a:rPr lang="en-US" sz="1050" dirty="0"/>
                        <a:t> </a:t>
                      </a:r>
                      <a:r>
                        <a:rPr lang="en-US" sz="1050" dirty="0" err="1"/>
                        <a:t>hình</a:t>
                      </a:r>
                      <a:r>
                        <a:rPr lang="en-US" sz="1050" dirty="0"/>
                        <a:t> </a:t>
                      </a:r>
                      <a:r>
                        <a:rPr lang="en-US" sz="1050" dirty="0" err="1"/>
                        <a:t>ba</a:t>
                      </a:r>
                      <a:r>
                        <a:rPr lang="en-US" sz="1050" dirty="0"/>
                        <a:t> </a:t>
                      </a:r>
                      <a:r>
                        <a:rPr lang="en-US" sz="1050" dirty="0" err="1"/>
                        <a:t>nhân</a:t>
                      </a:r>
                      <a:r>
                        <a:rPr lang="en-US" sz="1050" dirty="0"/>
                        <a:t> </a:t>
                      </a:r>
                      <a:r>
                        <a:rPr lang="en-US" sz="1050" dirty="0" err="1"/>
                        <a:t>viên</a:t>
                      </a:r>
                      <a:r>
                        <a:rPr lang="en-US" sz="1050" dirty="0"/>
                        <a:t> </a:t>
                      </a:r>
                      <a:r>
                        <a:rPr lang="en-US" sz="1050" dirty="0" err="1"/>
                        <a:t>mới</a:t>
                      </a:r>
                      <a:r>
                        <a:rPr lang="en-US" sz="1050" dirty="0"/>
                        <a:t> </a:t>
                      </a:r>
                      <a:r>
                        <a:rPr lang="en-US" sz="1050" dirty="0" err="1"/>
                        <a:t>nhận</a:t>
                      </a:r>
                      <a:r>
                        <a:rPr lang="en-US" sz="1050" dirty="0"/>
                        <a:t> </a:t>
                      </a:r>
                      <a:r>
                        <a:rPr lang="en-US" sz="1050" dirty="0" err="1"/>
                        <a:t>việc</a:t>
                      </a:r>
                      <a:r>
                        <a:rPr lang="en-US" sz="1050" dirty="0"/>
                        <a:t>.</a:t>
                      </a:r>
                      <a:br>
                        <a:rPr lang="en-US" sz="1050" dirty="0"/>
                      </a:br>
                      <a:r>
                        <a:rPr lang="en-US" sz="1050" dirty="0" err="1"/>
                        <a:t>向主管報告三位新進員工報到情況</a:t>
                      </a:r>
                      <a:r>
                        <a:rPr lang="en-US" sz="1050" dirty="0"/>
                        <a: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lvl="0"/>
                      <a:r>
                        <a:rPr lang="en-US" sz="1050" dirty="0" err="1"/>
                        <a:t>Kiểm</a:t>
                      </a:r>
                      <a:r>
                        <a:rPr lang="en-US" sz="1050" dirty="0"/>
                        <a:t> </a:t>
                      </a:r>
                      <a:r>
                        <a:rPr lang="en-US" sz="1050" dirty="0" err="1"/>
                        <a:t>tra</a:t>
                      </a:r>
                      <a:r>
                        <a:rPr lang="en-US" sz="1050" dirty="0"/>
                        <a:t> </a:t>
                      </a:r>
                      <a:r>
                        <a:rPr lang="en-US" sz="1050" dirty="0" err="1"/>
                        <a:t>tiến</a:t>
                      </a:r>
                      <a:r>
                        <a:rPr lang="en-US" sz="1050" dirty="0"/>
                        <a:t> </a:t>
                      </a:r>
                      <a:r>
                        <a:rPr lang="en-US" sz="1050" dirty="0" err="1"/>
                        <a:t>độ</a:t>
                      </a:r>
                      <a:r>
                        <a:rPr lang="en-US" sz="1050" dirty="0"/>
                        <a:t> </a:t>
                      </a:r>
                      <a:r>
                        <a:rPr lang="en-US" sz="1050" dirty="0" err="1"/>
                        <a:t>giao</a:t>
                      </a:r>
                      <a:r>
                        <a:rPr lang="en-US" sz="1050" dirty="0"/>
                        <a:t> </a:t>
                      </a:r>
                      <a:r>
                        <a:rPr lang="en-US" sz="1050" dirty="0" err="1"/>
                        <a:t>hàng</a:t>
                      </a:r>
                      <a:r>
                        <a:rPr lang="en-US" sz="1050" dirty="0"/>
                        <a:t> </a:t>
                      </a:r>
                      <a:r>
                        <a:rPr lang="en-US" sz="1050" dirty="0" err="1"/>
                        <a:t>và</a:t>
                      </a:r>
                      <a:r>
                        <a:rPr lang="en-US" sz="1050" dirty="0"/>
                        <a:t> </a:t>
                      </a:r>
                      <a:r>
                        <a:rPr lang="en-US" sz="1050" dirty="0" err="1"/>
                        <a:t>thanh</a:t>
                      </a:r>
                      <a:r>
                        <a:rPr lang="en-US" sz="1050" dirty="0"/>
                        <a:t> </a:t>
                      </a:r>
                      <a:r>
                        <a:rPr lang="en-US" sz="1050" dirty="0" err="1"/>
                        <a:t>toán</a:t>
                      </a:r>
                      <a:r>
                        <a:rPr lang="en-US" sz="1050" dirty="0"/>
                        <a:t> </a:t>
                      </a:r>
                      <a:r>
                        <a:rPr lang="en-US" sz="1050" dirty="0" err="1"/>
                        <a:t>các</a:t>
                      </a:r>
                      <a:r>
                        <a:rPr lang="en-US" sz="1050" dirty="0"/>
                        <a:t> </a:t>
                      </a:r>
                      <a:r>
                        <a:rPr lang="en-US" sz="1050" dirty="0" err="1"/>
                        <a:t>đơn</a:t>
                      </a:r>
                      <a:r>
                        <a:rPr lang="en-US" sz="1050" dirty="0"/>
                        <a:t> </a:t>
                      </a:r>
                      <a:r>
                        <a:rPr lang="en-US" sz="1050" dirty="0" err="1"/>
                        <a:t>hàng</a:t>
                      </a:r>
                      <a:r>
                        <a:rPr lang="en-US" sz="1050" dirty="0"/>
                        <a:t>.</a:t>
                      </a:r>
                      <a:br>
                        <a:rPr lang="en-US" sz="1050" dirty="0"/>
                      </a:br>
                      <a:r>
                        <a:rPr lang="en-US" sz="1050" dirty="0" err="1"/>
                        <a:t>檢查各項訂單交貨及付款進度</a:t>
                      </a:r>
                      <a:r>
                        <a:rPr lang="en-US" sz="1050" dirty="0"/>
                        <a:t>。</a:t>
                      </a:r>
                    </a:p>
                    <a:p>
                      <a:pPr lvl="0"/>
                      <a:r>
                        <a:rPr lang="en-US" sz="1050" dirty="0" err="1"/>
                        <a:t>Tổng</a:t>
                      </a:r>
                      <a:r>
                        <a:rPr lang="en-US" sz="1050" dirty="0"/>
                        <a:t> </a:t>
                      </a:r>
                      <a:r>
                        <a:rPr lang="en-US" sz="1050" dirty="0" err="1"/>
                        <a:t>hợp</a:t>
                      </a:r>
                      <a:r>
                        <a:rPr lang="en-US" sz="1050" dirty="0"/>
                        <a:t> </a:t>
                      </a:r>
                      <a:r>
                        <a:rPr lang="en-US" sz="1050" dirty="0" err="1"/>
                        <a:t>báo</a:t>
                      </a:r>
                      <a:r>
                        <a:rPr lang="en-US" sz="1050" dirty="0"/>
                        <a:t> </a:t>
                      </a:r>
                      <a:r>
                        <a:rPr lang="en-US" sz="1050" dirty="0" err="1"/>
                        <a:t>cáo</a:t>
                      </a:r>
                      <a:r>
                        <a:rPr lang="en-US" sz="1050" dirty="0"/>
                        <a:t> </a:t>
                      </a:r>
                      <a:r>
                        <a:rPr lang="en-US" sz="1050" dirty="0" err="1"/>
                        <a:t>tuần</a:t>
                      </a:r>
                      <a:r>
                        <a:rPr lang="en-US" sz="1050" dirty="0"/>
                        <a:t> </a:t>
                      </a:r>
                      <a:r>
                        <a:rPr lang="en-US" sz="1050" dirty="0" err="1"/>
                        <a:t>và</a:t>
                      </a:r>
                      <a:r>
                        <a:rPr lang="en-US" sz="1050" dirty="0"/>
                        <a:t> </a:t>
                      </a:r>
                      <a:r>
                        <a:rPr lang="en-US" sz="1050" dirty="0" err="1"/>
                        <a:t>kế</a:t>
                      </a:r>
                      <a:r>
                        <a:rPr lang="en-US" sz="1050" dirty="0"/>
                        <a:t> </a:t>
                      </a:r>
                      <a:r>
                        <a:rPr lang="en-US" sz="1050" dirty="0" err="1"/>
                        <a:t>hoạch</a:t>
                      </a:r>
                      <a:r>
                        <a:rPr lang="en-US" sz="1050" dirty="0"/>
                        <a:t> </a:t>
                      </a:r>
                      <a:r>
                        <a:rPr lang="en-US" sz="1050" dirty="0" err="1"/>
                        <a:t>công</a:t>
                      </a:r>
                      <a:r>
                        <a:rPr lang="en-US" sz="1050" dirty="0"/>
                        <a:t> </a:t>
                      </a:r>
                      <a:r>
                        <a:rPr lang="en-US" sz="1050" dirty="0" err="1"/>
                        <a:t>việc</a:t>
                      </a:r>
                      <a:r>
                        <a:rPr lang="en-US" sz="1050" dirty="0"/>
                        <a:t> </a:t>
                      </a:r>
                      <a:r>
                        <a:rPr lang="en-US" sz="1050" dirty="0" err="1"/>
                        <a:t>tiếp</a:t>
                      </a:r>
                      <a:r>
                        <a:rPr lang="en-US" sz="1050" dirty="0"/>
                        <a:t> </a:t>
                      </a:r>
                      <a:r>
                        <a:rPr lang="en-US" sz="1050" dirty="0" err="1"/>
                        <a:t>theo.</a:t>
                      </a:r>
                      <a:br>
                        <a:rPr lang="en-US" sz="1050" dirty="0"/>
                      </a:br>
                      <a:r>
                        <a:rPr lang="en-US" sz="1050" dirty="0" err="1"/>
                        <a:t>彙整每週工作報告及後續工作計畫</a:t>
                      </a:r>
                      <a:r>
                        <a:rPr lang="en-US" sz="1050" dirty="0"/>
                        <a:t>。</a:t>
                      </a:r>
                    </a:p>
                    <a:p>
                      <a:r>
                        <a:rPr lang="en-US" sz="1050" b="1" dirty="0"/>
                        <a:t>。</a:t>
                      </a:r>
                      <a:endParaRPr lang="en-US" sz="1050" dirty="0"/>
                    </a:p>
                    <a:p>
                      <a:r>
                        <a:rPr lang="en-US" sz="1050" b="1" dirty="0"/>
                        <a:t>。</a:t>
                      </a:r>
                      <a:endParaRPr lang="zh-CN" altLang="en-US" sz="1050" b="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algn="just"/>
                      <a:endParaRPr lang="zh-TW" altLang="en-US" sz="1200" b="0" dirty="0">
                        <a:latin typeface="Times New Roman" panose="02020603050405020304" pitchFamily="18" charset="0"/>
                        <a:ea typeface="Microsoft JhengHei" panose="020B0604030504040204" pitchFamily="34" charset="-120"/>
                        <a:cs typeface="Times New Roman" panose="02020603050405020304" pitchFamily="18"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3"/>
                  </a:ext>
                </a:extLst>
              </a:tr>
              <a:tr h="914400">
                <a:tc>
                  <a:txBody>
                    <a:bodyPr/>
                    <a:lstStyle/>
                    <a:p>
                      <a:pPr algn="ctr"/>
                      <a:r>
                        <a:rPr lang="zh-TW" altLang="en-US" b="1" dirty="0">
                          <a:latin typeface="+mj-lt"/>
                          <a:ea typeface="Microsoft JhengHei" panose="020B0604030504040204" pitchFamily="34" charset="-120"/>
                        </a:rPr>
                        <a:t>晚間加班</a:t>
                      </a:r>
                      <a:endParaRPr lang="en-US" altLang="zh-TW" b="1" dirty="0">
                        <a:latin typeface="+mj-lt"/>
                        <a:ea typeface="Microsoft JhengHei" panose="020B0604030504040204" pitchFamily="34" charset="-120"/>
                      </a:endParaRPr>
                    </a:p>
                    <a:p>
                      <a:pPr algn="ctr"/>
                      <a:r>
                        <a:rPr lang="en-US" altLang="zh-TW" b="1" dirty="0">
                          <a:latin typeface="+mj-lt"/>
                          <a:ea typeface="Microsoft JhengHei" panose="020B0604030504040204" pitchFamily="34" charset="-120"/>
                        </a:rPr>
                        <a:t>(18:00~20:00)</a:t>
                      </a:r>
                      <a:endParaRPr lang="zh-TW" altLang="en-US" b="1" dirty="0">
                        <a:latin typeface="+mj-lt"/>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algn="just"/>
                      <a:endParaRPr lang="zh-TW" altLang="en-US" sz="1200" b="1" dirty="0">
                        <a:latin typeface="+mj-lt"/>
                        <a:ea typeface="Microsoft JhengHei" panose="020B0604030504040204" pitchFamily="34" charset="-12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just"/>
                      <a:endParaRPr lang="zh-TW" altLang="en-US" sz="1200" b="1" dirty="0">
                        <a:latin typeface="+mj-lt"/>
                        <a:ea typeface="Microsoft JhengHei" panose="020B0604030504040204" pitchFamily="34" charset="-12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just"/>
                      <a:endParaRPr lang="zh-TW" altLang="en-US" sz="1200" b="1" dirty="0">
                        <a:latin typeface="+mj-lt"/>
                        <a:ea typeface="Microsoft JhengHei" panose="020B0604030504040204" pitchFamily="34" charset="-12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just"/>
                      <a:endParaRPr lang="zh-TW" altLang="en-US" sz="1200" b="1" dirty="0">
                        <a:latin typeface="+mj-lt"/>
                        <a:ea typeface="Microsoft JhengHei" panose="020B0604030504040204" pitchFamily="34" charset="-12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just"/>
                      <a:endParaRPr lang="zh-TW" altLang="en-US" sz="1200" b="1" dirty="0">
                        <a:latin typeface="+mj-lt"/>
                        <a:ea typeface="Microsoft JhengHei" panose="020B0604030504040204" pitchFamily="34" charset="-12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just"/>
                      <a:endParaRPr lang="zh-TW" altLang="en-US" sz="1200" b="1" dirty="0">
                        <a:latin typeface="+mj-lt"/>
                        <a:ea typeface="Microsoft JhengHei" panose="020B0604030504040204" pitchFamily="34" charset="-12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just"/>
                      <a:endParaRPr lang="zh-TW" altLang="en-US" sz="1200" b="1" dirty="0">
                        <a:latin typeface="+mj-lt"/>
                        <a:ea typeface="Microsoft JhengHei" panose="020B0604030504040204" pitchFamily="34" charset="-12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4458970" y="206375"/>
            <a:ext cx="3175635" cy="368300"/>
          </a:xfrm>
          <a:prstGeom prst="rect">
            <a:avLst/>
          </a:prstGeom>
          <a:noFill/>
        </p:spPr>
        <p:txBody>
          <a:bodyPr wrap="square">
            <a:spAutoFit/>
          </a:bodyPr>
          <a:lstStyle/>
          <a:p>
            <a:r>
              <a:rPr lang="en-US" altLang="zh-CN" b="1" dirty="0">
                <a:solidFill>
                  <a:schemeClr val="accent4"/>
                </a:solidFill>
              </a:rPr>
              <a:t>10/05 </a:t>
            </a:r>
            <a:r>
              <a:rPr lang="zh-CN" altLang="en-US" b="1" dirty="0">
                <a:solidFill>
                  <a:schemeClr val="accent4"/>
                </a:solidFill>
              </a:rPr>
              <a:t>当周排程工作结果记录</a:t>
            </a:r>
            <a:endParaRPr lang="en-US" b="1" dirty="0">
              <a:solidFill>
                <a:schemeClr val="accent4"/>
              </a:solidFill>
            </a:endParaRPr>
          </a:p>
        </p:txBody>
      </p:sp>
      <p:sp>
        <p:nvSpPr>
          <p:cNvPr id="4" name="TextBox 3"/>
          <p:cNvSpPr txBox="1"/>
          <p:nvPr/>
        </p:nvSpPr>
        <p:spPr>
          <a:xfrm>
            <a:off x="304800" y="1063183"/>
            <a:ext cx="11798709" cy="3416320"/>
          </a:xfrm>
          <a:prstGeom prst="rect">
            <a:avLst/>
          </a:prstGeom>
          <a:noFill/>
        </p:spPr>
        <p:txBody>
          <a:bodyPr wrap="square">
            <a:spAutoFit/>
          </a:bodyPr>
          <a:lstStyle/>
          <a:p>
            <a:r>
              <a:rPr lang="en-US" b="1" dirty="0"/>
              <a:t>1. Theo </a:t>
            </a:r>
            <a:r>
              <a:rPr lang="en-US" b="1" dirty="0" err="1"/>
              <a:t>dõi</a:t>
            </a:r>
            <a:r>
              <a:rPr lang="en-US" b="1" dirty="0"/>
              <a:t> </a:t>
            </a:r>
            <a:r>
              <a:rPr lang="en-US" b="1" dirty="0" err="1"/>
              <a:t>tiến</a:t>
            </a:r>
            <a:r>
              <a:rPr lang="en-US" b="1" dirty="0"/>
              <a:t> </a:t>
            </a:r>
            <a:r>
              <a:rPr lang="en-US" b="1" dirty="0" err="1"/>
              <a:t>độ</a:t>
            </a:r>
            <a:r>
              <a:rPr lang="en-US" b="1" dirty="0"/>
              <a:t> </a:t>
            </a:r>
            <a:r>
              <a:rPr lang="en-US" b="1" dirty="0" err="1"/>
              <a:t>dự</a:t>
            </a:r>
            <a:r>
              <a:rPr lang="en-US" b="1" dirty="0"/>
              <a:t> </a:t>
            </a:r>
            <a:r>
              <a:rPr lang="en-US" b="1" dirty="0" err="1"/>
              <a:t>án</a:t>
            </a:r>
            <a:r>
              <a:rPr lang="en-US" b="1" dirty="0"/>
              <a:t> Cheng Feng / </a:t>
            </a:r>
            <a:r>
              <a:rPr lang="en-US" b="1" dirty="0" err="1"/>
              <a:t>追蹤</a:t>
            </a:r>
            <a:r>
              <a:rPr lang="en-US" b="1" dirty="0"/>
              <a:t> Cheng Feng </a:t>
            </a:r>
            <a:r>
              <a:rPr lang="en-US" b="1" dirty="0" err="1"/>
              <a:t>專案進度</a:t>
            </a:r>
            <a:endParaRPr lang="en-US" dirty="0"/>
          </a:p>
          <a:p>
            <a:pPr lvl="0"/>
            <a:r>
              <a:rPr lang="en-US" dirty="0"/>
              <a:t>Liên </a:t>
            </a:r>
            <a:r>
              <a:rPr lang="en-US" dirty="0" err="1"/>
              <a:t>hệ</a:t>
            </a:r>
            <a:r>
              <a:rPr lang="en-US" dirty="0"/>
              <a:t> </a:t>
            </a:r>
            <a:r>
              <a:rPr lang="en-US" dirty="0" err="1"/>
              <a:t>và</a:t>
            </a:r>
            <a:r>
              <a:rPr lang="en-US" dirty="0"/>
              <a:t> </a:t>
            </a:r>
            <a:r>
              <a:rPr lang="en-US" dirty="0" err="1"/>
              <a:t>theo</a:t>
            </a:r>
            <a:r>
              <a:rPr lang="en-US" dirty="0"/>
              <a:t> </a:t>
            </a:r>
            <a:r>
              <a:rPr lang="en-US" dirty="0" err="1"/>
              <a:t>dõi</a:t>
            </a:r>
            <a:r>
              <a:rPr lang="en-US" dirty="0"/>
              <a:t> </a:t>
            </a:r>
            <a:r>
              <a:rPr lang="en-US" dirty="0" err="1"/>
              <a:t>tiến</a:t>
            </a:r>
            <a:r>
              <a:rPr lang="en-US" dirty="0"/>
              <a:t> </a:t>
            </a:r>
            <a:r>
              <a:rPr lang="en-US" dirty="0" err="1"/>
              <a:t>độ</a:t>
            </a:r>
            <a:r>
              <a:rPr lang="en-US" dirty="0"/>
              <a:t> </a:t>
            </a:r>
            <a:r>
              <a:rPr lang="en-US" dirty="0" err="1"/>
              <a:t>vận</a:t>
            </a:r>
            <a:r>
              <a:rPr lang="en-US" dirty="0"/>
              <a:t> </a:t>
            </a:r>
            <a:r>
              <a:rPr lang="en-US" dirty="0" err="1"/>
              <a:t>chuyển</a:t>
            </a:r>
            <a:r>
              <a:rPr lang="en-US" dirty="0"/>
              <a:t> </a:t>
            </a:r>
            <a:r>
              <a:rPr lang="en-US" dirty="0" err="1"/>
              <a:t>máy</a:t>
            </a:r>
            <a:r>
              <a:rPr lang="en-US" dirty="0"/>
              <a:t> </a:t>
            </a:r>
            <a:r>
              <a:rPr lang="en-US" dirty="0" err="1"/>
              <a:t>chủ</a:t>
            </a:r>
            <a:r>
              <a:rPr lang="en-US" dirty="0"/>
              <a:t> do TBL </a:t>
            </a:r>
            <a:r>
              <a:rPr lang="en-US" dirty="0" err="1"/>
              <a:t>cung</a:t>
            </a:r>
            <a:r>
              <a:rPr lang="en-US" dirty="0"/>
              <a:t> </a:t>
            </a:r>
            <a:r>
              <a:rPr lang="en-US" dirty="0" err="1"/>
              <a:t>cấp</a:t>
            </a:r>
            <a:r>
              <a:rPr lang="en-US" dirty="0"/>
              <a:t>, </a:t>
            </a:r>
            <a:r>
              <a:rPr lang="en-US" dirty="0" err="1"/>
              <a:t>cập</a:t>
            </a:r>
            <a:r>
              <a:rPr lang="en-US" dirty="0"/>
              <a:t> </a:t>
            </a:r>
            <a:r>
              <a:rPr lang="en-US" dirty="0" err="1"/>
              <a:t>nhật</a:t>
            </a:r>
            <a:r>
              <a:rPr lang="en-US" dirty="0"/>
              <a:t> </a:t>
            </a:r>
            <a:r>
              <a:rPr lang="en-US" dirty="0" err="1"/>
              <a:t>thời</a:t>
            </a:r>
            <a:r>
              <a:rPr lang="en-US" dirty="0"/>
              <a:t> </a:t>
            </a:r>
            <a:r>
              <a:rPr lang="en-US" dirty="0" err="1"/>
              <a:t>gian</a:t>
            </a:r>
            <a:r>
              <a:rPr lang="en-US" dirty="0"/>
              <a:t> </a:t>
            </a:r>
            <a:r>
              <a:rPr lang="en-US" dirty="0" err="1"/>
              <a:t>dự</a:t>
            </a:r>
            <a:r>
              <a:rPr lang="en-US" dirty="0"/>
              <a:t> </a:t>
            </a:r>
            <a:r>
              <a:rPr lang="en-US" dirty="0" err="1"/>
              <a:t>kiến</a:t>
            </a:r>
            <a:r>
              <a:rPr lang="en-US" dirty="0"/>
              <a:t> </a:t>
            </a:r>
            <a:r>
              <a:rPr lang="en-US" dirty="0" err="1"/>
              <a:t>giao</a:t>
            </a:r>
            <a:r>
              <a:rPr lang="en-US" dirty="0"/>
              <a:t> </a:t>
            </a:r>
            <a:r>
              <a:rPr lang="en-US" dirty="0" err="1"/>
              <a:t>hàng</a:t>
            </a:r>
            <a:r>
              <a:rPr lang="en-US" dirty="0"/>
              <a:t> </a:t>
            </a:r>
            <a:r>
              <a:rPr lang="en-US" dirty="0" err="1"/>
              <a:t>và</a:t>
            </a:r>
            <a:r>
              <a:rPr lang="en-US" dirty="0"/>
              <a:t> </a:t>
            </a:r>
            <a:r>
              <a:rPr lang="en-US" dirty="0" err="1"/>
              <a:t>các</a:t>
            </a:r>
            <a:r>
              <a:rPr lang="en-US" dirty="0"/>
              <a:t> </a:t>
            </a:r>
            <a:r>
              <a:rPr lang="en-US" dirty="0" err="1"/>
              <a:t>yếu</a:t>
            </a:r>
            <a:r>
              <a:rPr lang="en-US" dirty="0"/>
              <a:t> </a:t>
            </a:r>
            <a:r>
              <a:rPr lang="en-US" dirty="0" err="1"/>
              <a:t>tố</a:t>
            </a:r>
            <a:r>
              <a:rPr lang="en-US" dirty="0"/>
              <a:t> </a:t>
            </a:r>
            <a:r>
              <a:rPr lang="en-US" dirty="0" err="1"/>
              <a:t>có</a:t>
            </a:r>
            <a:r>
              <a:rPr lang="en-US" dirty="0"/>
              <a:t> </a:t>
            </a:r>
            <a:r>
              <a:rPr lang="en-US" dirty="0" err="1"/>
              <a:t>thể</a:t>
            </a:r>
            <a:r>
              <a:rPr lang="en-US" dirty="0"/>
              <a:t> </a:t>
            </a:r>
            <a:r>
              <a:rPr lang="en-US" dirty="0" err="1"/>
              <a:t>ảnh</a:t>
            </a:r>
            <a:r>
              <a:rPr lang="en-US" dirty="0"/>
              <a:t> </a:t>
            </a:r>
            <a:r>
              <a:rPr lang="en-US" dirty="0" err="1"/>
              <a:t>hưởng</a:t>
            </a:r>
            <a:r>
              <a:rPr lang="en-US" dirty="0"/>
              <a:t> </a:t>
            </a:r>
            <a:r>
              <a:rPr lang="en-US" dirty="0" err="1"/>
              <a:t>đến</a:t>
            </a:r>
            <a:r>
              <a:rPr lang="en-US" dirty="0"/>
              <a:t> </a:t>
            </a:r>
            <a:r>
              <a:rPr lang="en-US" dirty="0" err="1"/>
              <a:t>tiến</a:t>
            </a:r>
            <a:r>
              <a:rPr lang="en-US" dirty="0"/>
              <a:t> </a:t>
            </a:r>
            <a:r>
              <a:rPr lang="en-US" dirty="0" err="1"/>
              <a:t>độ</a:t>
            </a:r>
            <a:r>
              <a:rPr lang="en-US" dirty="0"/>
              <a:t>.</a:t>
            </a:r>
          </a:p>
          <a:p>
            <a:pPr lvl="0"/>
            <a:r>
              <a:rPr lang="en-US" dirty="0" err="1"/>
              <a:t>聯繫並追蹤</a:t>
            </a:r>
            <a:r>
              <a:rPr lang="en-US" dirty="0"/>
              <a:t> TBL </a:t>
            </a:r>
            <a:r>
              <a:rPr lang="en-US" dirty="0" err="1"/>
              <a:t>供應的伺服器運送進度，確認預計到貨時間及可能影響交期的因素</a:t>
            </a:r>
            <a:r>
              <a:rPr lang="en-US" dirty="0"/>
              <a:t>。</a:t>
            </a:r>
          </a:p>
          <a:p>
            <a:r>
              <a:rPr lang="en-US" b="1" dirty="0"/>
              <a:t>2. Theo </a:t>
            </a:r>
            <a:r>
              <a:rPr lang="en-US" b="1" dirty="0" err="1"/>
              <a:t>dõi</a:t>
            </a:r>
            <a:r>
              <a:rPr lang="en-US" b="1" dirty="0"/>
              <a:t> </a:t>
            </a:r>
            <a:r>
              <a:rPr lang="en-US" b="1" dirty="0" err="1"/>
              <a:t>đơn</a:t>
            </a:r>
            <a:r>
              <a:rPr lang="en-US" b="1" dirty="0"/>
              <a:t> </a:t>
            </a:r>
            <a:r>
              <a:rPr lang="en-US" b="1" dirty="0" err="1"/>
              <a:t>hàng</a:t>
            </a:r>
            <a:r>
              <a:rPr lang="en-US" b="1" dirty="0"/>
              <a:t> RS36 / </a:t>
            </a:r>
            <a:r>
              <a:rPr lang="en-US" b="1" dirty="0" err="1"/>
              <a:t>追蹤</a:t>
            </a:r>
            <a:r>
              <a:rPr lang="en-US" b="1" dirty="0"/>
              <a:t> RS36 </a:t>
            </a:r>
            <a:r>
              <a:rPr lang="en-US" b="1" dirty="0" err="1"/>
              <a:t>訂單</a:t>
            </a:r>
            <a:endParaRPr lang="en-US" dirty="0"/>
          </a:p>
          <a:p>
            <a:pPr lvl="0"/>
            <a:r>
              <a:rPr lang="en-US" dirty="0" err="1"/>
              <a:t>Kiểm</a:t>
            </a:r>
            <a:r>
              <a:rPr lang="en-US" dirty="0"/>
              <a:t> </a:t>
            </a:r>
            <a:r>
              <a:rPr lang="en-US" dirty="0" err="1"/>
              <a:t>tra</a:t>
            </a:r>
            <a:r>
              <a:rPr lang="en-US" dirty="0"/>
              <a:t> </a:t>
            </a:r>
            <a:r>
              <a:rPr lang="en-US" dirty="0" err="1"/>
              <a:t>tiến</a:t>
            </a:r>
            <a:r>
              <a:rPr lang="en-US" dirty="0"/>
              <a:t> </a:t>
            </a:r>
            <a:r>
              <a:rPr lang="en-US" dirty="0" err="1"/>
              <a:t>độ</a:t>
            </a:r>
            <a:r>
              <a:rPr lang="en-US" dirty="0"/>
              <a:t> </a:t>
            </a:r>
            <a:r>
              <a:rPr lang="en-US" dirty="0" err="1"/>
              <a:t>đặt</a:t>
            </a:r>
            <a:r>
              <a:rPr lang="en-US" dirty="0"/>
              <a:t> </a:t>
            </a:r>
            <a:r>
              <a:rPr lang="en-US" dirty="0" err="1"/>
              <a:t>hàng</a:t>
            </a:r>
            <a:r>
              <a:rPr lang="en-US" dirty="0"/>
              <a:t> </a:t>
            </a:r>
            <a:r>
              <a:rPr lang="en-US" dirty="0" err="1"/>
              <a:t>máy</a:t>
            </a:r>
            <a:r>
              <a:rPr lang="en-US" dirty="0"/>
              <a:t> </a:t>
            </a:r>
            <a:r>
              <a:rPr lang="en-US" dirty="0" err="1"/>
              <a:t>đọc</a:t>
            </a:r>
            <a:r>
              <a:rPr lang="en-US" dirty="0"/>
              <a:t> </a:t>
            </a:r>
            <a:r>
              <a:rPr lang="en-US" dirty="0" err="1"/>
              <a:t>mã</a:t>
            </a:r>
            <a:r>
              <a:rPr lang="en-US" dirty="0"/>
              <a:t> </a:t>
            </a:r>
            <a:r>
              <a:rPr lang="en-US" dirty="0" err="1"/>
              <a:t>vạch</a:t>
            </a:r>
            <a:r>
              <a:rPr lang="en-US" dirty="0"/>
              <a:t> </a:t>
            </a:r>
            <a:r>
              <a:rPr lang="en-US" dirty="0" err="1"/>
              <a:t>CipherLab</a:t>
            </a:r>
            <a:r>
              <a:rPr lang="en-US" dirty="0"/>
              <a:t> RS36, </a:t>
            </a:r>
            <a:r>
              <a:rPr lang="en-US" dirty="0" err="1"/>
              <a:t>phối</a:t>
            </a:r>
            <a:r>
              <a:rPr lang="en-US" dirty="0"/>
              <a:t> </a:t>
            </a:r>
            <a:r>
              <a:rPr lang="en-US" dirty="0" err="1"/>
              <a:t>hợp</a:t>
            </a:r>
            <a:r>
              <a:rPr lang="en-US" dirty="0"/>
              <a:t> </a:t>
            </a:r>
            <a:r>
              <a:rPr lang="en-US" dirty="0" err="1"/>
              <a:t>xác</a:t>
            </a:r>
            <a:r>
              <a:rPr lang="en-US" dirty="0"/>
              <a:t> </a:t>
            </a:r>
            <a:r>
              <a:rPr lang="en-US" dirty="0" err="1"/>
              <a:t>nhận</a:t>
            </a:r>
            <a:r>
              <a:rPr lang="en-US" dirty="0"/>
              <a:t> </a:t>
            </a:r>
            <a:r>
              <a:rPr lang="en-US" dirty="0" err="1"/>
              <a:t>địa</a:t>
            </a:r>
            <a:r>
              <a:rPr lang="en-US" dirty="0"/>
              <a:t> </a:t>
            </a:r>
            <a:r>
              <a:rPr lang="en-US" dirty="0" err="1"/>
              <a:t>điểm</a:t>
            </a:r>
            <a:r>
              <a:rPr lang="en-US" dirty="0"/>
              <a:t> </a:t>
            </a:r>
            <a:r>
              <a:rPr lang="en-US" dirty="0" err="1"/>
              <a:t>giao</a:t>
            </a:r>
            <a:r>
              <a:rPr lang="en-US" dirty="0"/>
              <a:t> </a:t>
            </a:r>
            <a:r>
              <a:rPr lang="en-US" dirty="0" err="1"/>
              <a:t>hàng</a:t>
            </a:r>
            <a:r>
              <a:rPr lang="en-US" dirty="0"/>
              <a:t>, </a:t>
            </a:r>
            <a:r>
              <a:rPr lang="en-US" dirty="0" err="1"/>
              <a:t>người</a:t>
            </a:r>
            <a:r>
              <a:rPr lang="en-US" dirty="0"/>
              <a:t> </a:t>
            </a:r>
            <a:r>
              <a:rPr lang="en-US" dirty="0" err="1"/>
              <a:t>nhận</a:t>
            </a:r>
            <a:r>
              <a:rPr lang="en-US" dirty="0"/>
              <a:t> </a:t>
            </a:r>
            <a:r>
              <a:rPr lang="en-US" dirty="0" err="1"/>
              <a:t>hàng</a:t>
            </a:r>
            <a:r>
              <a:rPr lang="en-US" dirty="0"/>
              <a:t> </a:t>
            </a:r>
            <a:r>
              <a:rPr lang="en-US" dirty="0" err="1"/>
              <a:t>và</a:t>
            </a:r>
            <a:r>
              <a:rPr lang="en-US" dirty="0"/>
              <a:t> </a:t>
            </a:r>
            <a:r>
              <a:rPr lang="en-US" dirty="0" err="1"/>
              <a:t>kế</a:t>
            </a:r>
            <a:r>
              <a:rPr lang="en-US" dirty="0"/>
              <a:t> </a:t>
            </a:r>
            <a:r>
              <a:rPr lang="en-US" dirty="0" err="1"/>
              <a:t>hoạch</a:t>
            </a:r>
            <a:r>
              <a:rPr lang="en-US" dirty="0"/>
              <a:t> </a:t>
            </a:r>
            <a:r>
              <a:rPr lang="en-US" dirty="0" err="1"/>
              <a:t>giao</a:t>
            </a:r>
            <a:r>
              <a:rPr lang="en-US" dirty="0"/>
              <a:t> </a:t>
            </a:r>
            <a:r>
              <a:rPr lang="en-US" dirty="0" err="1"/>
              <a:t>thiết</a:t>
            </a:r>
            <a:r>
              <a:rPr lang="en-US" dirty="0"/>
              <a:t> </a:t>
            </a:r>
            <a:r>
              <a:rPr lang="en-US" dirty="0" err="1"/>
              <a:t>bị</a:t>
            </a:r>
            <a:r>
              <a:rPr lang="en-US" dirty="0"/>
              <a:t> </a:t>
            </a:r>
            <a:r>
              <a:rPr lang="en-US" dirty="0" err="1"/>
              <a:t>đến</a:t>
            </a:r>
            <a:r>
              <a:rPr lang="en-US" dirty="0"/>
              <a:t> </a:t>
            </a:r>
            <a:r>
              <a:rPr lang="en-US" dirty="0" err="1"/>
              <a:t>khách</a:t>
            </a:r>
            <a:r>
              <a:rPr lang="en-US" dirty="0"/>
              <a:t> </a:t>
            </a:r>
            <a:r>
              <a:rPr lang="en-US" dirty="0" err="1"/>
              <a:t>hàng</a:t>
            </a:r>
            <a:r>
              <a:rPr lang="en-US" dirty="0"/>
              <a:t>.</a:t>
            </a:r>
          </a:p>
          <a:p>
            <a:pPr lvl="0"/>
            <a:r>
              <a:rPr lang="en-US" dirty="0" err="1"/>
              <a:t>檢查</a:t>
            </a:r>
            <a:r>
              <a:rPr lang="en-US" dirty="0"/>
              <a:t> </a:t>
            </a:r>
            <a:r>
              <a:rPr lang="en-US" dirty="0" err="1"/>
              <a:t>CipherLab</a:t>
            </a:r>
            <a:r>
              <a:rPr lang="en-US" dirty="0"/>
              <a:t> RS36 </a:t>
            </a:r>
            <a:r>
              <a:rPr lang="en-US" dirty="0" err="1"/>
              <a:t>條碼掃描器採購進度，協調確認交貨地點、收貨人及設備交付安排</a:t>
            </a:r>
            <a:r>
              <a:rPr lang="en-US" dirty="0"/>
              <a:t>。</a:t>
            </a:r>
          </a:p>
          <a:p>
            <a:r>
              <a:rPr lang="en-US" b="1" dirty="0"/>
              <a:t>3. </a:t>
            </a:r>
            <a:r>
              <a:rPr lang="en-US" b="1" dirty="0" err="1"/>
              <a:t>Hồ</a:t>
            </a:r>
            <a:r>
              <a:rPr lang="en-US" b="1" dirty="0"/>
              <a:t> </a:t>
            </a:r>
            <a:r>
              <a:rPr lang="en-US" b="1" dirty="0" err="1"/>
              <a:t>sơ</a:t>
            </a:r>
            <a:r>
              <a:rPr lang="en-US" b="1" dirty="0"/>
              <a:t> Midea / Midea </a:t>
            </a:r>
            <a:r>
              <a:rPr lang="en-US" b="1" dirty="0" err="1"/>
              <a:t>文件處理</a:t>
            </a:r>
            <a:endParaRPr lang="en-US" dirty="0"/>
          </a:p>
          <a:p>
            <a:pPr lvl="0"/>
            <a:r>
              <a:rPr lang="en-US" dirty="0" err="1"/>
              <a:t>Tiếp</a:t>
            </a:r>
            <a:r>
              <a:rPr lang="en-US" dirty="0"/>
              <a:t> </a:t>
            </a:r>
            <a:r>
              <a:rPr lang="en-US" dirty="0" err="1"/>
              <a:t>tục</a:t>
            </a:r>
            <a:r>
              <a:rPr lang="en-US" dirty="0"/>
              <a:t> </a:t>
            </a:r>
            <a:r>
              <a:rPr lang="en-US" dirty="0" err="1"/>
              <a:t>rà</a:t>
            </a:r>
            <a:r>
              <a:rPr lang="en-US" dirty="0"/>
              <a:t> </a:t>
            </a:r>
            <a:r>
              <a:rPr lang="en-US" dirty="0" err="1"/>
              <a:t>soát</a:t>
            </a:r>
            <a:r>
              <a:rPr lang="en-US" dirty="0"/>
              <a:t> </a:t>
            </a:r>
            <a:r>
              <a:rPr lang="en-US" dirty="0" err="1"/>
              <a:t>hợp</a:t>
            </a:r>
            <a:r>
              <a:rPr lang="en-US" dirty="0"/>
              <a:t> </a:t>
            </a:r>
            <a:r>
              <a:rPr lang="en-US" dirty="0" err="1"/>
              <a:t>đồng</a:t>
            </a:r>
            <a:r>
              <a:rPr lang="en-US" dirty="0"/>
              <a:t> </a:t>
            </a:r>
            <a:r>
              <a:rPr lang="en-US" dirty="0" err="1"/>
              <a:t>và</a:t>
            </a:r>
            <a:r>
              <a:rPr lang="en-US" dirty="0"/>
              <a:t> </a:t>
            </a:r>
            <a:r>
              <a:rPr lang="en-US" dirty="0" err="1"/>
              <a:t>hồ</a:t>
            </a:r>
            <a:r>
              <a:rPr lang="en-US" dirty="0"/>
              <a:t> </a:t>
            </a:r>
            <a:r>
              <a:rPr lang="en-US" dirty="0" err="1"/>
              <a:t>sơ</a:t>
            </a:r>
            <a:r>
              <a:rPr lang="en-US" dirty="0"/>
              <a:t> </a:t>
            </a:r>
            <a:r>
              <a:rPr lang="en-US" dirty="0" err="1"/>
              <a:t>đăng</a:t>
            </a:r>
            <a:r>
              <a:rPr lang="en-US" dirty="0"/>
              <a:t> </a:t>
            </a:r>
            <a:r>
              <a:rPr lang="en-US" dirty="0" err="1"/>
              <a:t>ký</a:t>
            </a:r>
            <a:r>
              <a:rPr lang="en-US" dirty="0"/>
              <a:t> </a:t>
            </a:r>
            <a:r>
              <a:rPr lang="en-US" dirty="0" err="1"/>
              <a:t>nhà</a:t>
            </a:r>
            <a:r>
              <a:rPr lang="en-US" dirty="0"/>
              <a:t> </a:t>
            </a:r>
            <a:r>
              <a:rPr lang="en-US" dirty="0" err="1"/>
              <a:t>cung</a:t>
            </a:r>
            <a:r>
              <a:rPr lang="en-US" dirty="0"/>
              <a:t> </a:t>
            </a:r>
            <a:r>
              <a:rPr lang="en-US" dirty="0" err="1"/>
              <a:t>cấp</a:t>
            </a:r>
            <a:r>
              <a:rPr lang="en-US" dirty="0"/>
              <a:t>, </a:t>
            </a:r>
            <a:r>
              <a:rPr lang="en-US" dirty="0" err="1"/>
              <a:t>kiểm</a:t>
            </a:r>
            <a:r>
              <a:rPr lang="en-US" dirty="0"/>
              <a:t> </a:t>
            </a:r>
            <a:r>
              <a:rPr lang="en-US" dirty="0" err="1"/>
              <a:t>tra</a:t>
            </a:r>
            <a:r>
              <a:rPr lang="en-US" dirty="0"/>
              <a:t> </a:t>
            </a:r>
            <a:r>
              <a:rPr lang="en-US" dirty="0" err="1"/>
              <a:t>thông</a:t>
            </a:r>
            <a:r>
              <a:rPr lang="en-US" dirty="0"/>
              <a:t> tin </a:t>
            </a:r>
            <a:r>
              <a:rPr lang="en-US" dirty="0" err="1"/>
              <a:t>pháp</a:t>
            </a:r>
            <a:r>
              <a:rPr lang="en-US" dirty="0"/>
              <a:t> </a:t>
            </a:r>
            <a:r>
              <a:rPr lang="en-US" dirty="0" err="1"/>
              <a:t>lý</a:t>
            </a:r>
            <a:r>
              <a:rPr lang="en-US" dirty="0"/>
              <a:t> </a:t>
            </a:r>
            <a:r>
              <a:rPr lang="en-US" dirty="0" err="1"/>
              <a:t>doanh</a:t>
            </a:r>
            <a:r>
              <a:rPr lang="en-US" dirty="0"/>
              <a:t> </a:t>
            </a:r>
            <a:r>
              <a:rPr lang="en-US" dirty="0" err="1"/>
              <a:t>nghiệp</a:t>
            </a:r>
            <a:r>
              <a:rPr lang="en-US" dirty="0"/>
              <a:t> </a:t>
            </a:r>
            <a:r>
              <a:rPr lang="en-US" dirty="0" err="1"/>
              <a:t>và</a:t>
            </a:r>
            <a:r>
              <a:rPr lang="en-US" dirty="0"/>
              <a:t> </a:t>
            </a:r>
            <a:r>
              <a:rPr lang="en-US" dirty="0" err="1"/>
              <a:t>các</a:t>
            </a:r>
            <a:r>
              <a:rPr lang="en-US" dirty="0"/>
              <a:t> </a:t>
            </a:r>
            <a:r>
              <a:rPr lang="en-US" dirty="0" err="1"/>
              <a:t>biểu</a:t>
            </a:r>
            <a:r>
              <a:rPr lang="en-US" dirty="0"/>
              <a:t> </a:t>
            </a:r>
            <a:r>
              <a:rPr lang="en-US" dirty="0" err="1"/>
              <a:t>mẫu</a:t>
            </a:r>
            <a:r>
              <a:rPr lang="en-US" dirty="0"/>
              <a:t> </a:t>
            </a:r>
            <a:r>
              <a:rPr lang="en-US" dirty="0" err="1"/>
              <a:t>cần</a:t>
            </a:r>
            <a:r>
              <a:rPr lang="en-US" dirty="0"/>
              <a:t> </a:t>
            </a:r>
            <a:r>
              <a:rPr lang="en-US" dirty="0" err="1"/>
              <a:t>hoàn</a:t>
            </a:r>
            <a:r>
              <a:rPr lang="en-US" dirty="0"/>
              <a:t> </a:t>
            </a:r>
            <a:r>
              <a:rPr lang="en-US" dirty="0" err="1"/>
              <a:t>thiện</a:t>
            </a:r>
            <a:r>
              <a:rPr lang="en-US" dirty="0"/>
              <a:t>.</a:t>
            </a:r>
          </a:p>
          <a:p>
            <a:pPr lvl="0"/>
            <a:r>
              <a:rPr lang="en-US" dirty="0" err="1"/>
              <a:t>持續審核</a:t>
            </a:r>
            <a:r>
              <a:rPr lang="en-US" dirty="0"/>
              <a:t> Midea </a:t>
            </a:r>
            <a:r>
              <a:rPr lang="en-US" dirty="0" err="1"/>
              <a:t>合約及供應商登記資料，確認公司法定資訊及相關表單內容</a:t>
            </a:r>
            <a:r>
              <a:rPr lang="en-US"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4458970" y="206375"/>
            <a:ext cx="3175635" cy="368300"/>
          </a:xfrm>
          <a:prstGeom prst="rect">
            <a:avLst/>
          </a:prstGeom>
          <a:noFill/>
        </p:spPr>
        <p:txBody>
          <a:bodyPr wrap="square">
            <a:spAutoFit/>
          </a:bodyPr>
          <a:lstStyle/>
          <a:p>
            <a:r>
              <a:rPr lang="en-US" altLang="zh-CN" b="1" dirty="0">
                <a:solidFill>
                  <a:schemeClr val="accent4"/>
                </a:solidFill>
              </a:rPr>
              <a:t>10/06 </a:t>
            </a:r>
            <a:r>
              <a:rPr lang="zh-CN" altLang="en-US" b="1" dirty="0">
                <a:solidFill>
                  <a:schemeClr val="accent4"/>
                </a:solidFill>
              </a:rPr>
              <a:t>当周排程工作结果记录</a:t>
            </a:r>
            <a:endParaRPr lang="en-US" b="1" dirty="0">
              <a:solidFill>
                <a:schemeClr val="accent4"/>
              </a:solidFill>
            </a:endParaRPr>
          </a:p>
        </p:txBody>
      </p:sp>
      <p:sp>
        <p:nvSpPr>
          <p:cNvPr id="3" name="TextBox 2"/>
          <p:cNvSpPr txBox="1"/>
          <p:nvPr/>
        </p:nvSpPr>
        <p:spPr>
          <a:xfrm>
            <a:off x="78657" y="1040975"/>
            <a:ext cx="11611897" cy="4801314"/>
          </a:xfrm>
          <a:prstGeom prst="rect">
            <a:avLst/>
          </a:prstGeom>
          <a:noFill/>
        </p:spPr>
        <p:txBody>
          <a:bodyPr wrap="square">
            <a:spAutoFit/>
          </a:bodyPr>
          <a:lstStyle/>
          <a:p>
            <a:r>
              <a:rPr lang="en-US" b="1" dirty="0"/>
              <a:t>1. Hoàn </a:t>
            </a:r>
            <a:r>
              <a:rPr lang="en-US" b="1" dirty="0" err="1"/>
              <a:t>thiện</a:t>
            </a:r>
            <a:r>
              <a:rPr lang="en-US" b="1" dirty="0"/>
              <a:t> </a:t>
            </a:r>
            <a:r>
              <a:rPr lang="en-US" b="1" dirty="0" err="1"/>
              <a:t>hợp</a:t>
            </a:r>
            <a:r>
              <a:rPr lang="en-US" b="1" dirty="0"/>
              <a:t> </a:t>
            </a:r>
            <a:r>
              <a:rPr lang="en-US" b="1" dirty="0" err="1"/>
              <a:t>đồng</a:t>
            </a:r>
            <a:r>
              <a:rPr lang="en-US" b="1" dirty="0"/>
              <a:t> Midea / </a:t>
            </a:r>
            <a:r>
              <a:rPr lang="en-US" b="1" dirty="0" err="1"/>
              <a:t>完善</a:t>
            </a:r>
            <a:r>
              <a:rPr lang="en-US" b="1" dirty="0"/>
              <a:t> Midea </a:t>
            </a:r>
            <a:r>
              <a:rPr lang="en-US" b="1" dirty="0" err="1"/>
              <a:t>合約</a:t>
            </a:r>
            <a:endParaRPr lang="en-US" dirty="0"/>
          </a:p>
          <a:p>
            <a:pPr lvl="0"/>
            <a:r>
              <a:rPr lang="en-US" dirty="0" err="1"/>
              <a:t>Điền</a:t>
            </a:r>
            <a:r>
              <a:rPr lang="en-US" dirty="0"/>
              <a:t> </a:t>
            </a:r>
            <a:r>
              <a:rPr lang="en-US" dirty="0" err="1"/>
              <a:t>thông</a:t>
            </a:r>
            <a:r>
              <a:rPr lang="en-US" dirty="0"/>
              <a:t> tin Công ty TNHH </a:t>
            </a:r>
            <a:r>
              <a:rPr lang="en-US" dirty="0" err="1"/>
              <a:t>Toàn</a:t>
            </a:r>
            <a:r>
              <a:rPr lang="en-US" dirty="0"/>
              <a:t> </a:t>
            </a:r>
            <a:r>
              <a:rPr lang="en-US" dirty="0" err="1"/>
              <a:t>Cầu</a:t>
            </a:r>
            <a:r>
              <a:rPr lang="en-US" dirty="0"/>
              <a:t> Hong Ming </a:t>
            </a:r>
            <a:r>
              <a:rPr lang="en-US" dirty="0" err="1"/>
              <a:t>vào</a:t>
            </a:r>
            <a:r>
              <a:rPr lang="en-US" dirty="0"/>
              <a:t> </a:t>
            </a:r>
            <a:r>
              <a:rPr lang="en-US" dirty="0" err="1"/>
              <a:t>hợp</a:t>
            </a:r>
            <a:r>
              <a:rPr lang="en-US" dirty="0"/>
              <a:t> </a:t>
            </a:r>
            <a:r>
              <a:rPr lang="en-US" dirty="0" err="1"/>
              <a:t>đồng</a:t>
            </a:r>
            <a:r>
              <a:rPr lang="en-US" dirty="0"/>
              <a:t> do </a:t>
            </a:r>
            <a:r>
              <a:rPr lang="en-US" dirty="0" err="1"/>
              <a:t>khách</a:t>
            </a:r>
            <a:r>
              <a:rPr lang="en-US" dirty="0"/>
              <a:t> </a:t>
            </a:r>
            <a:r>
              <a:rPr lang="en-US" dirty="0" err="1"/>
              <a:t>hàng</a:t>
            </a:r>
            <a:r>
              <a:rPr lang="en-US" dirty="0"/>
              <a:t> </a:t>
            </a:r>
            <a:r>
              <a:rPr lang="en-US" dirty="0" err="1"/>
              <a:t>cung</a:t>
            </a:r>
            <a:r>
              <a:rPr lang="en-US" dirty="0"/>
              <a:t> </a:t>
            </a:r>
            <a:r>
              <a:rPr lang="en-US" dirty="0" err="1"/>
              <a:t>cấp</a:t>
            </a:r>
            <a:r>
              <a:rPr lang="en-US" dirty="0"/>
              <a:t>, bao </a:t>
            </a:r>
            <a:r>
              <a:rPr lang="en-US" dirty="0" err="1"/>
              <a:t>gồm</a:t>
            </a:r>
            <a:r>
              <a:rPr lang="en-US" dirty="0"/>
              <a:t> </a:t>
            </a:r>
            <a:r>
              <a:rPr lang="en-US" dirty="0" err="1"/>
              <a:t>tên</a:t>
            </a:r>
            <a:r>
              <a:rPr lang="en-US" dirty="0"/>
              <a:t> </a:t>
            </a:r>
            <a:r>
              <a:rPr lang="en-US" dirty="0" err="1"/>
              <a:t>công</a:t>
            </a:r>
            <a:r>
              <a:rPr lang="en-US" dirty="0"/>
              <a:t> ty, </a:t>
            </a:r>
            <a:r>
              <a:rPr lang="en-US" dirty="0" err="1"/>
              <a:t>địa</a:t>
            </a:r>
            <a:r>
              <a:rPr lang="en-US" dirty="0"/>
              <a:t> </a:t>
            </a:r>
            <a:r>
              <a:rPr lang="en-US" dirty="0" err="1"/>
              <a:t>chỉ</a:t>
            </a:r>
            <a:r>
              <a:rPr lang="en-US" dirty="0"/>
              <a:t>, </a:t>
            </a:r>
            <a:r>
              <a:rPr lang="en-US" dirty="0" err="1"/>
              <a:t>người</a:t>
            </a:r>
            <a:r>
              <a:rPr lang="en-US" dirty="0"/>
              <a:t> </a:t>
            </a:r>
            <a:r>
              <a:rPr lang="en-US" dirty="0" err="1"/>
              <a:t>đại</a:t>
            </a:r>
            <a:r>
              <a:rPr lang="en-US" dirty="0"/>
              <a:t> </a:t>
            </a:r>
            <a:r>
              <a:rPr lang="en-US" dirty="0" err="1"/>
              <a:t>diện</a:t>
            </a:r>
            <a:r>
              <a:rPr lang="en-US" dirty="0"/>
              <a:t> </a:t>
            </a:r>
            <a:r>
              <a:rPr lang="en-US" dirty="0" err="1"/>
              <a:t>và</a:t>
            </a:r>
            <a:r>
              <a:rPr lang="en-US" dirty="0"/>
              <a:t> </a:t>
            </a:r>
            <a:r>
              <a:rPr lang="en-US" dirty="0" err="1"/>
              <a:t>các</a:t>
            </a:r>
            <a:r>
              <a:rPr lang="en-US" dirty="0"/>
              <a:t> </a:t>
            </a:r>
            <a:r>
              <a:rPr lang="en-US" dirty="0" err="1"/>
              <a:t>thông</a:t>
            </a:r>
            <a:r>
              <a:rPr lang="en-US" dirty="0"/>
              <a:t> tin </a:t>
            </a:r>
            <a:r>
              <a:rPr lang="en-US" dirty="0" err="1"/>
              <a:t>liên</a:t>
            </a:r>
            <a:r>
              <a:rPr lang="en-US" dirty="0"/>
              <a:t> </a:t>
            </a:r>
            <a:r>
              <a:rPr lang="en-US" dirty="0" err="1"/>
              <a:t>quan</a:t>
            </a:r>
            <a:r>
              <a:rPr lang="en-US" dirty="0"/>
              <a:t>.</a:t>
            </a:r>
          </a:p>
          <a:p>
            <a:pPr lvl="0"/>
            <a:r>
              <a:rPr lang="en-US" dirty="0" err="1"/>
              <a:t>將宏明環球有限公司的公司名稱、地址、法定代表人及相關資訊填入客戶提供的合約</a:t>
            </a:r>
            <a:r>
              <a:rPr lang="en-US" dirty="0"/>
              <a:t>。</a:t>
            </a:r>
          </a:p>
          <a:p>
            <a:r>
              <a:rPr lang="en-US" b="1" dirty="0"/>
              <a:t>2. </a:t>
            </a:r>
            <a:r>
              <a:rPr lang="en-US" b="1" dirty="0" err="1"/>
              <a:t>Kiểm</a:t>
            </a:r>
            <a:r>
              <a:rPr lang="en-US" b="1" dirty="0"/>
              <a:t> </a:t>
            </a:r>
            <a:r>
              <a:rPr lang="en-US" b="1" dirty="0" err="1"/>
              <a:t>tra</a:t>
            </a:r>
            <a:r>
              <a:rPr lang="en-US" b="1" dirty="0"/>
              <a:t> </a:t>
            </a:r>
            <a:r>
              <a:rPr lang="en-US" b="1" dirty="0" err="1"/>
              <a:t>điều</a:t>
            </a:r>
            <a:r>
              <a:rPr lang="en-US" b="1" dirty="0"/>
              <a:t> </a:t>
            </a:r>
            <a:r>
              <a:rPr lang="en-US" b="1" dirty="0" err="1"/>
              <a:t>khoản</a:t>
            </a:r>
            <a:r>
              <a:rPr lang="en-US" b="1" dirty="0"/>
              <a:t> </a:t>
            </a:r>
            <a:r>
              <a:rPr lang="en-US" b="1" dirty="0" err="1"/>
              <a:t>hợp</a:t>
            </a:r>
            <a:r>
              <a:rPr lang="en-US" b="1" dirty="0"/>
              <a:t> </a:t>
            </a:r>
            <a:r>
              <a:rPr lang="en-US" b="1" dirty="0" err="1"/>
              <a:t>đồng</a:t>
            </a:r>
            <a:r>
              <a:rPr lang="en-US" b="1" dirty="0"/>
              <a:t> / </a:t>
            </a:r>
            <a:r>
              <a:rPr lang="en-US" b="1" dirty="0" err="1"/>
              <a:t>核對合約條款</a:t>
            </a:r>
            <a:endParaRPr lang="en-US" dirty="0"/>
          </a:p>
          <a:p>
            <a:pPr lvl="0"/>
            <a:r>
              <a:rPr lang="en-US" dirty="0" err="1"/>
              <a:t>Đối</a:t>
            </a:r>
            <a:r>
              <a:rPr lang="en-US" dirty="0"/>
              <a:t> </a:t>
            </a:r>
            <a:r>
              <a:rPr lang="en-US" dirty="0" err="1"/>
              <a:t>chiếu</a:t>
            </a:r>
            <a:r>
              <a:rPr lang="en-US" dirty="0"/>
              <a:t> </a:t>
            </a:r>
            <a:r>
              <a:rPr lang="en-US" dirty="0" err="1"/>
              <a:t>nội</a:t>
            </a:r>
            <a:r>
              <a:rPr lang="en-US" dirty="0"/>
              <a:t> dung </a:t>
            </a:r>
            <a:r>
              <a:rPr lang="en-US" dirty="0" err="1"/>
              <a:t>tiếng</a:t>
            </a:r>
            <a:r>
              <a:rPr lang="en-US" dirty="0"/>
              <a:t> Việt </a:t>
            </a:r>
            <a:r>
              <a:rPr lang="en-US" dirty="0" err="1"/>
              <a:t>và</a:t>
            </a:r>
            <a:r>
              <a:rPr lang="en-US" dirty="0"/>
              <a:t> </a:t>
            </a:r>
            <a:r>
              <a:rPr lang="en-US" dirty="0" err="1"/>
              <a:t>tiếng</a:t>
            </a:r>
            <a:r>
              <a:rPr lang="en-US" dirty="0"/>
              <a:t> Trung, </a:t>
            </a:r>
            <a:r>
              <a:rPr lang="en-US" dirty="0" err="1"/>
              <a:t>điều</a:t>
            </a:r>
            <a:r>
              <a:rPr lang="en-US" dirty="0"/>
              <a:t> </a:t>
            </a:r>
            <a:r>
              <a:rPr lang="en-US" dirty="0" err="1"/>
              <a:t>chỉnh</a:t>
            </a:r>
            <a:r>
              <a:rPr lang="en-US" dirty="0"/>
              <a:t> </a:t>
            </a:r>
            <a:r>
              <a:rPr lang="en-US" dirty="0" err="1"/>
              <a:t>các</a:t>
            </a:r>
            <a:r>
              <a:rPr lang="en-US" dirty="0"/>
              <a:t> </a:t>
            </a:r>
            <a:r>
              <a:rPr lang="en-US" dirty="0" err="1"/>
              <a:t>phần</a:t>
            </a:r>
            <a:r>
              <a:rPr lang="en-US" dirty="0"/>
              <a:t> </a:t>
            </a:r>
            <a:r>
              <a:rPr lang="en-US" dirty="0" err="1"/>
              <a:t>chưa</a:t>
            </a:r>
            <a:r>
              <a:rPr lang="en-US" dirty="0"/>
              <a:t> </a:t>
            </a:r>
            <a:r>
              <a:rPr lang="en-US" dirty="0" err="1"/>
              <a:t>thống</a:t>
            </a:r>
            <a:r>
              <a:rPr lang="en-US" dirty="0"/>
              <a:t> </a:t>
            </a:r>
            <a:r>
              <a:rPr lang="en-US" dirty="0" err="1"/>
              <a:t>nhất</a:t>
            </a:r>
            <a:r>
              <a:rPr lang="en-US" dirty="0"/>
              <a:t> </a:t>
            </a:r>
            <a:r>
              <a:rPr lang="en-US" dirty="0" err="1"/>
              <a:t>về</a:t>
            </a:r>
            <a:r>
              <a:rPr lang="en-US" dirty="0"/>
              <a:t> </a:t>
            </a:r>
            <a:r>
              <a:rPr lang="en-US" dirty="0" err="1"/>
              <a:t>thời</a:t>
            </a:r>
            <a:r>
              <a:rPr lang="en-US" dirty="0"/>
              <a:t> </a:t>
            </a:r>
            <a:r>
              <a:rPr lang="en-US" dirty="0" err="1"/>
              <a:t>gian</a:t>
            </a:r>
            <a:r>
              <a:rPr lang="en-US" dirty="0"/>
              <a:t> </a:t>
            </a:r>
            <a:r>
              <a:rPr lang="en-US" dirty="0" err="1"/>
              <a:t>thực</a:t>
            </a:r>
            <a:r>
              <a:rPr lang="en-US" dirty="0"/>
              <a:t> </a:t>
            </a:r>
            <a:r>
              <a:rPr lang="en-US" dirty="0" err="1"/>
              <a:t>hiện</a:t>
            </a:r>
            <a:r>
              <a:rPr lang="en-US" dirty="0"/>
              <a:t>, </a:t>
            </a:r>
            <a:r>
              <a:rPr lang="en-US" dirty="0" err="1"/>
              <a:t>trách</a:t>
            </a:r>
            <a:r>
              <a:rPr lang="en-US" dirty="0"/>
              <a:t> </a:t>
            </a:r>
            <a:r>
              <a:rPr lang="en-US" dirty="0" err="1"/>
              <a:t>nhiệm</a:t>
            </a:r>
            <a:r>
              <a:rPr lang="en-US" dirty="0"/>
              <a:t> </a:t>
            </a:r>
            <a:r>
              <a:rPr lang="en-US" dirty="0" err="1"/>
              <a:t>các</a:t>
            </a:r>
            <a:r>
              <a:rPr lang="en-US" dirty="0"/>
              <a:t> </a:t>
            </a:r>
            <a:r>
              <a:rPr lang="en-US" dirty="0" err="1"/>
              <a:t>bên</a:t>
            </a:r>
            <a:r>
              <a:rPr lang="en-US" dirty="0"/>
              <a:t>, </a:t>
            </a:r>
            <a:r>
              <a:rPr lang="en-US" dirty="0" err="1"/>
              <a:t>thanh</a:t>
            </a:r>
            <a:r>
              <a:rPr lang="en-US" dirty="0"/>
              <a:t> </a:t>
            </a:r>
            <a:r>
              <a:rPr lang="en-US" dirty="0" err="1"/>
              <a:t>toán</a:t>
            </a:r>
            <a:r>
              <a:rPr lang="en-US" dirty="0"/>
              <a:t> </a:t>
            </a:r>
            <a:r>
              <a:rPr lang="en-US" dirty="0" err="1"/>
              <a:t>và</a:t>
            </a:r>
            <a:r>
              <a:rPr lang="en-US" dirty="0"/>
              <a:t> </a:t>
            </a:r>
            <a:r>
              <a:rPr lang="en-US" dirty="0" err="1"/>
              <a:t>bồi</a:t>
            </a:r>
            <a:r>
              <a:rPr lang="en-US" dirty="0"/>
              <a:t> </a:t>
            </a:r>
            <a:r>
              <a:rPr lang="en-US" dirty="0" err="1"/>
              <a:t>thường</a:t>
            </a:r>
            <a:r>
              <a:rPr lang="en-US" dirty="0"/>
              <a:t> do </a:t>
            </a:r>
            <a:r>
              <a:rPr lang="en-US" dirty="0" err="1"/>
              <a:t>chậm</a:t>
            </a:r>
            <a:r>
              <a:rPr lang="en-US" dirty="0"/>
              <a:t> </a:t>
            </a:r>
            <a:r>
              <a:rPr lang="en-US" dirty="0" err="1"/>
              <a:t>tiến</a:t>
            </a:r>
            <a:r>
              <a:rPr lang="en-US" dirty="0"/>
              <a:t> </a:t>
            </a:r>
            <a:r>
              <a:rPr lang="en-US" dirty="0" err="1"/>
              <a:t>độ</a:t>
            </a:r>
            <a:r>
              <a:rPr lang="en-US" dirty="0"/>
              <a:t>.</a:t>
            </a:r>
          </a:p>
          <a:p>
            <a:pPr lvl="0"/>
            <a:r>
              <a:rPr lang="en-US" dirty="0" err="1"/>
              <a:t>核對越文及中文合約內容，修正施工期限、雙方責任、付款條件及延遲履約賠償等不一致之處</a:t>
            </a:r>
            <a:r>
              <a:rPr lang="en-US" dirty="0"/>
              <a:t>。</a:t>
            </a:r>
          </a:p>
          <a:p>
            <a:r>
              <a:rPr lang="en-US" b="1" dirty="0"/>
              <a:t>3. </a:t>
            </a:r>
            <a:r>
              <a:rPr lang="en-US" b="1" dirty="0" err="1"/>
              <a:t>Chuẩn</a:t>
            </a:r>
            <a:r>
              <a:rPr lang="en-US" b="1" dirty="0"/>
              <a:t> </a:t>
            </a:r>
            <a:r>
              <a:rPr lang="en-US" b="1" dirty="0" err="1"/>
              <a:t>bị</a:t>
            </a:r>
            <a:r>
              <a:rPr lang="en-US" b="1" dirty="0"/>
              <a:t> </a:t>
            </a:r>
            <a:r>
              <a:rPr lang="en-US" b="1" dirty="0" err="1"/>
              <a:t>hồ</a:t>
            </a:r>
            <a:r>
              <a:rPr lang="en-US" b="1" dirty="0"/>
              <a:t> </a:t>
            </a:r>
            <a:r>
              <a:rPr lang="en-US" b="1" dirty="0" err="1"/>
              <a:t>sơ</a:t>
            </a:r>
            <a:r>
              <a:rPr lang="en-US" b="1" dirty="0"/>
              <a:t> </a:t>
            </a:r>
            <a:r>
              <a:rPr lang="en-US" b="1" dirty="0" err="1"/>
              <a:t>trình</a:t>
            </a:r>
            <a:r>
              <a:rPr lang="en-US" b="1" dirty="0"/>
              <a:t> </a:t>
            </a:r>
            <a:r>
              <a:rPr lang="en-US" b="1" dirty="0" err="1"/>
              <a:t>cấp</a:t>
            </a:r>
            <a:r>
              <a:rPr lang="en-US" b="1" dirty="0"/>
              <a:t> </a:t>
            </a:r>
            <a:r>
              <a:rPr lang="en-US" b="1" dirty="0" err="1"/>
              <a:t>trên</a:t>
            </a:r>
            <a:r>
              <a:rPr lang="en-US" b="1" dirty="0"/>
              <a:t> / </a:t>
            </a:r>
            <a:r>
              <a:rPr lang="en-US" b="1" dirty="0" err="1"/>
              <a:t>整理文件供主管審核</a:t>
            </a:r>
            <a:endParaRPr lang="en-US" dirty="0"/>
          </a:p>
          <a:p>
            <a:pPr lvl="0"/>
            <a:r>
              <a:rPr lang="en-US" dirty="0" err="1"/>
              <a:t>Tổng</a:t>
            </a:r>
            <a:r>
              <a:rPr lang="en-US" dirty="0"/>
              <a:t> </a:t>
            </a:r>
            <a:r>
              <a:rPr lang="en-US" dirty="0" err="1"/>
              <a:t>hợp</a:t>
            </a:r>
            <a:r>
              <a:rPr lang="en-US" dirty="0"/>
              <a:t> </a:t>
            </a:r>
            <a:r>
              <a:rPr lang="en-US" dirty="0" err="1"/>
              <a:t>các</a:t>
            </a:r>
            <a:r>
              <a:rPr lang="en-US" dirty="0"/>
              <a:t> </a:t>
            </a:r>
            <a:r>
              <a:rPr lang="en-US" dirty="0" err="1"/>
              <a:t>nội</a:t>
            </a:r>
            <a:r>
              <a:rPr lang="en-US" dirty="0"/>
              <a:t> dung </a:t>
            </a:r>
            <a:r>
              <a:rPr lang="en-US" dirty="0" err="1"/>
              <a:t>đã</a:t>
            </a:r>
            <a:r>
              <a:rPr lang="en-US" dirty="0"/>
              <a:t> </a:t>
            </a:r>
            <a:r>
              <a:rPr lang="en-US" dirty="0" err="1"/>
              <a:t>hoàn</a:t>
            </a:r>
            <a:r>
              <a:rPr lang="en-US" dirty="0"/>
              <a:t> </a:t>
            </a:r>
            <a:r>
              <a:rPr lang="en-US" dirty="0" err="1"/>
              <a:t>thiện</a:t>
            </a:r>
            <a:r>
              <a:rPr lang="en-US" dirty="0"/>
              <a:t> </a:t>
            </a:r>
            <a:r>
              <a:rPr lang="en-US" dirty="0" err="1"/>
              <a:t>và</a:t>
            </a:r>
            <a:r>
              <a:rPr lang="en-US" dirty="0"/>
              <a:t> </a:t>
            </a:r>
            <a:r>
              <a:rPr lang="en-US" dirty="0" err="1"/>
              <a:t>xác</a:t>
            </a:r>
            <a:r>
              <a:rPr lang="en-US" dirty="0"/>
              <a:t> </a:t>
            </a:r>
            <a:r>
              <a:rPr lang="en-US" dirty="0" err="1"/>
              <a:t>định</a:t>
            </a:r>
            <a:r>
              <a:rPr lang="en-US" dirty="0"/>
              <a:t> </a:t>
            </a:r>
            <a:r>
              <a:rPr lang="en-US" dirty="0" err="1"/>
              <a:t>những</a:t>
            </a:r>
            <a:r>
              <a:rPr lang="en-US" dirty="0"/>
              <a:t> </a:t>
            </a:r>
            <a:r>
              <a:rPr lang="en-US" dirty="0" err="1"/>
              <a:t>thông</a:t>
            </a:r>
            <a:r>
              <a:rPr lang="en-US" dirty="0"/>
              <a:t> tin </a:t>
            </a:r>
            <a:r>
              <a:rPr lang="en-US" dirty="0" err="1"/>
              <a:t>còn</a:t>
            </a:r>
            <a:r>
              <a:rPr lang="en-US" dirty="0"/>
              <a:t> </a:t>
            </a:r>
            <a:r>
              <a:rPr lang="en-US" dirty="0" err="1"/>
              <a:t>thiếu</a:t>
            </a:r>
            <a:r>
              <a:rPr lang="en-US" dirty="0"/>
              <a:t> </a:t>
            </a:r>
            <a:r>
              <a:rPr lang="en-US" dirty="0" err="1"/>
              <a:t>như</a:t>
            </a:r>
            <a:r>
              <a:rPr lang="en-US" dirty="0"/>
              <a:t> </a:t>
            </a:r>
            <a:r>
              <a:rPr lang="en-US" dirty="0" err="1"/>
              <a:t>giá</a:t>
            </a:r>
            <a:r>
              <a:rPr lang="en-US" dirty="0"/>
              <a:t> </a:t>
            </a:r>
            <a:r>
              <a:rPr lang="en-US" dirty="0" err="1"/>
              <a:t>trị</a:t>
            </a:r>
            <a:r>
              <a:rPr lang="en-US" dirty="0"/>
              <a:t> </a:t>
            </a:r>
            <a:r>
              <a:rPr lang="en-US" dirty="0" err="1"/>
              <a:t>hợp</a:t>
            </a:r>
            <a:r>
              <a:rPr lang="en-US" dirty="0"/>
              <a:t> </a:t>
            </a:r>
            <a:r>
              <a:rPr lang="en-US" dirty="0" err="1"/>
              <a:t>đồng</a:t>
            </a:r>
            <a:r>
              <a:rPr lang="en-US" dirty="0"/>
              <a:t>, </a:t>
            </a:r>
            <a:r>
              <a:rPr lang="en-US" dirty="0" err="1"/>
              <a:t>mã</a:t>
            </a:r>
            <a:r>
              <a:rPr lang="en-US" dirty="0"/>
              <a:t> </a:t>
            </a:r>
            <a:r>
              <a:rPr lang="en-US" dirty="0" err="1"/>
              <a:t>hợp</a:t>
            </a:r>
            <a:r>
              <a:rPr lang="en-US" dirty="0"/>
              <a:t> </a:t>
            </a:r>
            <a:r>
              <a:rPr lang="en-US" dirty="0" err="1"/>
              <a:t>đồng</a:t>
            </a:r>
            <a:r>
              <a:rPr lang="en-US" dirty="0"/>
              <a:t> </a:t>
            </a:r>
            <a:r>
              <a:rPr lang="en-US" dirty="0" err="1"/>
              <a:t>để</a:t>
            </a:r>
            <a:r>
              <a:rPr lang="en-US" dirty="0"/>
              <a:t> </a:t>
            </a:r>
            <a:r>
              <a:rPr lang="en-US" dirty="0" err="1"/>
              <a:t>tiếp</a:t>
            </a:r>
            <a:r>
              <a:rPr lang="en-US" dirty="0"/>
              <a:t> </a:t>
            </a:r>
            <a:r>
              <a:rPr lang="en-US" dirty="0" err="1"/>
              <a:t>tục</a:t>
            </a:r>
            <a:r>
              <a:rPr lang="en-US" dirty="0"/>
              <a:t> </a:t>
            </a:r>
            <a:r>
              <a:rPr lang="en-US" dirty="0" err="1"/>
              <a:t>bổ</a:t>
            </a:r>
            <a:r>
              <a:rPr lang="en-US" dirty="0"/>
              <a:t> sung </a:t>
            </a:r>
            <a:r>
              <a:rPr lang="en-US" dirty="0" err="1"/>
              <a:t>sau</a:t>
            </a:r>
            <a:r>
              <a:rPr lang="en-US" dirty="0"/>
              <a:t> </a:t>
            </a:r>
            <a:r>
              <a:rPr lang="en-US" dirty="0" err="1"/>
              <a:t>khi</a:t>
            </a:r>
            <a:r>
              <a:rPr lang="en-US" dirty="0"/>
              <a:t> </a:t>
            </a:r>
            <a:r>
              <a:rPr lang="en-US" dirty="0" err="1"/>
              <a:t>được</a:t>
            </a:r>
            <a:r>
              <a:rPr lang="en-US" dirty="0"/>
              <a:t> </a:t>
            </a:r>
            <a:r>
              <a:rPr lang="en-US" dirty="0" err="1"/>
              <a:t>xác</a:t>
            </a:r>
            <a:r>
              <a:rPr lang="en-US" dirty="0"/>
              <a:t> </a:t>
            </a:r>
            <a:r>
              <a:rPr lang="en-US" dirty="0" err="1"/>
              <a:t>nhận</a:t>
            </a:r>
            <a:r>
              <a:rPr lang="en-US" dirty="0"/>
              <a:t>.</a:t>
            </a:r>
          </a:p>
          <a:p>
            <a:pPr lvl="0"/>
            <a:r>
              <a:rPr lang="en-US" dirty="0" err="1"/>
              <a:t>彙整已完成的合約內容，確認尚待補充的合約金額及編號，以便後續確認及完善</a:t>
            </a:r>
            <a:r>
              <a:rPr lang="en-US" dirty="0"/>
              <a:t>。</a:t>
            </a:r>
          </a:p>
          <a:p>
            <a:r>
              <a:rPr lang="en-US" b="1" dirty="0"/>
              <a:t>4. Công </a:t>
            </a:r>
            <a:r>
              <a:rPr lang="en-US" b="1" dirty="0" err="1"/>
              <a:t>việc</a:t>
            </a:r>
            <a:r>
              <a:rPr lang="en-US" b="1" dirty="0"/>
              <a:t> </a:t>
            </a:r>
            <a:r>
              <a:rPr lang="en-US" b="1" dirty="0" err="1"/>
              <a:t>hành</a:t>
            </a:r>
            <a:r>
              <a:rPr lang="en-US" b="1" dirty="0"/>
              <a:t> </a:t>
            </a:r>
            <a:r>
              <a:rPr lang="en-US" b="1" dirty="0" err="1"/>
              <a:t>chính</a:t>
            </a:r>
            <a:r>
              <a:rPr lang="en-US" b="1" dirty="0"/>
              <a:t> / </a:t>
            </a:r>
            <a:r>
              <a:rPr lang="en-US" b="1" dirty="0" err="1"/>
              <a:t>行政事項</a:t>
            </a:r>
            <a:endParaRPr lang="en-US" dirty="0"/>
          </a:p>
          <a:p>
            <a:pPr lvl="0"/>
            <a:r>
              <a:rPr lang="en-US" dirty="0"/>
              <a:t>Phối </a:t>
            </a:r>
            <a:r>
              <a:rPr lang="en-US" dirty="0" err="1"/>
              <a:t>hợp</a:t>
            </a:r>
            <a:r>
              <a:rPr lang="en-US" dirty="0"/>
              <a:t> </a:t>
            </a:r>
            <a:r>
              <a:rPr lang="en-US" dirty="0" err="1"/>
              <a:t>chuẩn</a:t>
            </a:r>
            <a:r>
              <a:rPr lang="en-US" dirty="0"/>
              <a:t> </a:t>
            </a:r>
            <a:r>
              <a:rPr lang="en-US" dirty="0" err="1"/>
              <a:t>bị</a:t>
            </a:r>
            <a:r>
              <a:rPr lang="en-US" dirty="0"/>
              <a:t> </a:t>
            </a:r>
            <a:r>
              <a:rPr lang="en-US" dirty="0" err="1"/>
              <a:t>hình</a:t>
            </a:r>
            <a:r>
              <a:rPr lang="en-US" dirty="0"/>
              <a:t> </a:t>
            </a:r>
            <a:r>
              <a:rPr lang="en-US" dirty="0" err="1"/>
              <a:t>ảnh</a:t>
            </a:r>
            <a:r>
              <a:rPr lang="en-US" dirty="0"/>
              <a:t> logo </a:t>
            </a:r>
            <a:r>
              <a:rPr lang="en-US" dirty="0" err="1"/>
              <a:t>và</a:t>
            </a:r>
            <a:r>
              <a:rPr lang="en-US" dirty="0"/>
              <a:t> </a:t>
            </a:r>
            <a:r>
              <a:rPr lang="en-US" dirty="0" err="1"/>
              <a:t>chữ</a:t>
            </a:r>
            <a:r>
              <a:rPr lang="en-US" dirty="0"/>
              <a:t> HM </a:t>
            </a:r>
            <a:r>
              <a:rPr lang="en-US" dirty="0" err="1"/>
              <a:t>phục</a:t>
            </a:r>
            <a:r>
              <a:rPr lang="en-US" dirty="0"/>
              <a:t> </a:t>
            </a:r>
            <a:r>
              <a:rPr lang="en-US" dirty="0" err="1"/>
              <a:t>vụ</a:t>
            </a:r>
            <a:r>
              <a:rPr lang="en-US" dirty="0"/>
              <a:t> </a:t>
            </a:r>
            <a:r>
              <a:rPr lang="en-US" dirty="0" err="1"/>
              <a:t>việc</a:t>
            </a:r>
            <a:r>
              <a:rPr lang="en-US" dirty="0"/>
              <a:t> </a:t>
            </a:r>
            <a:r>
              <a:rPr lang="en-US" dirty="0" err="1"/>
              <a:t>sản</a:t>
            </a:r>
            <a:r>
              <a:rPr lang="en-US" dirty="0"/>
              <a:t> </a:t>
            </a:r>
            <a:r>
              <a:rPr lang="en-US" dirty="0" err="1"/>
              <a:t>xuất</a:t>
            </a:r>
            <a:r>
              <a:rPr lang="en-US" dirty="0"/>
              <a:t> decal </a:t>
            </a:r>
            <a:r>
              <a:rPr lang="en-US" dirty="0" err="1"/>
              <a:t>dán</a:t>
            </a:r>
            <a:r>
              <a:rPr lang="en-US" dirty="0"/>
              <a:t> </a:t>
            </a:r>
            <a:r>
              <a:rPr lang="en-US" dirty="0" err="1"/>
              <a:t>tại</a:t>
            </a:r>
            <a:r>
              <a:rPr lang="en-US" dirty="0"/>
              <a:t> </a:t>
            </a:r>
            <a:r>
              <a:rPr lang="en-US" dirty="0" err="1"/>
              <a:t>văn</a:t>
            </a:r>
            <a:r>
              <a:rPr lang="en-US" dirty="0"/>
              <a:t> </a:t>
            </a:r>
            <a:r>
              <a:rPr lang="en-US" dirty="0" err="1"/>
              <a:t>phòng</a:t>
            </a:r>
            <a:r>
              <a:rPr lang="en-US" dirty="0"/>
              <a:t>.</a:t>
            </a:r>
          </a:p>
          <a:p>
            <a:pPr lvl="0"/>
            <a:r>
              <a:rPr lang="en-US" dirty="0" err="1"/>
              <a:t>協助準備公司</a:t>
            </a:r>
            <a:r>
              <a:rPr lang="en-US" dirty="0"/>
              <a:t> Logo 及 HM </a:t>
            </a:r>
            <a:r>
              <a:rPr lang="en-US" dirty="0" err="1"/>
              <a:t>字樣圖檔，供辦公室玻璃貼紙製作使用</a:t>
            </a:r>
            <a:r>
              <a:rPr lang="en-US" dirty="0"/>
              <a:t>。</a:t>
            </a:r>
          </a:p>
          <a:p>
            <a:pPr lvl="0"/>
            <a:endParaRPr lang="en-US" dirty="0"/>
          </a:p>
          <a:p>
            <a:pPr lvl="0"/>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4458970" y="206375"/>
            <a:ext cx="3175635" cy="368300"/>
          </a:xfrm>
          <a:prstGeom prst="rect">
            <a:avLst/>
          </a:prstGeom>
          <a:noFill/>
        </p:spPr>
        <p:txBody>
          <a:bodyPr wrap="square">
            <a:spAutoFit/>
          </a:bodyPr>
          <a:lstStyle/>
          <a:p>
            <a:r>
              <a:rPr lang="en-US" altLang="zh-CN" b="1" dirty="0">
                <a:solidFill>
                  <a:schemeClr val="accent4"/>
                </a:solidFill>
              </a:rPr>
              <a:t>10/07 </a:t>
            </a:r>
            <a:r>
              <a:rPr lang="zh-CN" altLang="en-US" b="1" dirty="0">
                <a:solidFill>
                  <a:schemeClr val="accent4"/>
                </a:solidFill>
              </a:rPr>
              <a:t>当周排程工作结果记录</a:t>
            </a:r>
            <a:endParaRPr lang="en-US" b="1" dirty="0">
              <a:solidFill>
                <a:schemeClr val="accent4"/>
              </a:solidFill>
            </a:endParaRPr>
          </a:p>
        </p:txBody>
      </p:sp>
      <p:sp>
        <p:nvSpPr>
          <p:cNvPr id="3" name="TextBox 2"/>
          <p:cNvSpPr txBox="1"/>
          <p:nvPr/>
        </p:nvSpPr>
        <p:spPr>
          <a:xfrm>
            <a:off x="196645" y="1278645"/>
            <a:ext cx="11641394" cy="3693319"/>
          </a:xfrm>
          <a:prstGeom prst="rect">
            <a:avLst/>
          </a:prstGeom>
          <a:noFill/>
        </p:spPr>
        <p:txBody>
          <a:bodyPr wrap="square">
            <a:spAutoFit/>
          </a:bodyPr>
          <a:lstStyle/>
          <a:p>
            <a:r>
              <a:rPr lang="en-US" b="1" dirty="0"/>
              <a:t>1. </a:t>
            </a:r>
            <a:r>
              <a:rPr lang="en-US" b="1" dirty="0" err="1"/>
              <a:t>Kiểm</a:t>
            </a:r>
            <a:r>
              <a:rPr lang="en-US" b="1" dirty="0"/>
              <a:t> </a:t>
            </a:r>
            <a:r>
              <a:rPr lang="en-US" b="1" dirty="0" err="1"/>
              <a:t>tra</a:t>
            </a:r>
            <a:r>
              <a:rPr lang="en-US" b="1" dirty="0"/>
              <a:t> </a:t>
            </a:r>
            <a:r>
              <a:rPr lang="en-US" b="1" dirty="0" err="1"/>
              <a:t>chứng</a:t>
            </a:r>
            <a:r>
              <a:rPr lang="en-US" b="1" dirty="0"/>
              <a:t> </a:t>
            </a:r>
            <a:r>
              <a:rPr lang="en-US" b="1" dirty="0" err="1"/>
              <a:t>từ</a:t>
            </a:r>
            <a:r>
              <a:rPr lang="en-US" b="1" dirty="0"/>
              <a:t> Cheng Feng / </a:t>
            </a:r>
            <a:r>
              <a:rPr lang="en-US" b="1" dirty="0" err="1"/>
              <a:t>核對</a:t>
            </a:r>
            <a:r>
              <a:rPr lang="en-US" b="1" dirty="0"/>
              <a:t> Cheng Feng </a:t>
            </a:r>
            <a:r>
              <a:rPr lang="en-US" b="1" dirty="0" err="1"/>
              <a:t>進出口文件</a:t>
            </a:r>
            <a:endParaRPr lang="en-US" dirty="0"/>
          </a:p>
          <a:p>
            <a:pPr lvl="0"/>
            <a:r>
              <a:rPr lang="en-US" dirty="0" err="1"/>
              <a:t>Rà</a:t>
            </a:r>
            <a:r>
              <a:rPr lang="en-US" dirty="0"/>
              <a:t> </a:t>
            </a:r>
            <a:r>
              <a:rPr lang="en-US" dirty="0" err="1"/>
              <a:t>soát</a:t>
            </a:r>
            <a:r>
              <a:rPr lang="en-US" dirty="0"/>
              <a:t> Invoice </a:t>
            </a:r>
            <a:r>
              <a:rPr lang="en-US" dirty="0" err="1"/>
              <a:t>và</a:t>
            </a:r>
            <a:r>
              <a:rPr lang="en-US" dirty="0"/>
              <a:t> Packing List, </a:t>
            </a:r>
            <a:r>
              <a:rPr lang="en-US" dirty="0" err="1"/>
              <a:t>đối</a:t>
            </a:r>
            <a:r>
              <a:rPr lang="en-US" dirty="0"/>
              <a:t> </a:t>
            </a:r>
            <a:r>
              <a:rPr lang="en-US" dirty="0" err="1"/>
              <a:t>chiếu</a:t>
            </a:r>
            <a:r>
              <a:rPr lang="en-US" dirty="0"/>
              <a:t> </a:t>
            </a:r>
            <a:r>
              <a:rPr lang="en-US" dirty="0" err="1"/>
              <a:t>tên</a:t>
            </a:r>
            <a:r>
              <a:rPr lang="en-US" dirty="0"/>
              <a:t> </a:t>
            </a:r>
            <a:r>
              <a:rPr lang="en-US" dirty="0" err="1"/>
              <a:t>công</a:t>
            </a:r>
            <a:r>
              <a:rPr lang="en-US" dirty="0"/>
              <a:t> ty, </a:t>
            </a:r>
            <a:r>
              <a:rPr lang="en-US" dirty="0" err="1"/>
              <a:t>thông</a:t>
            </a:r>
            <a:r>
              <a:rPr lang="en-US" dirty="0"/>
              <a:t> tin </a:t>
            </a:r>
            <a:r>
              <a:rPr lang="en-US" dirty="0" err="1"/>
              <a:t>hàng</a:t>
            </a:r>
            <a:r>
              <a:rPr lang="en-US" dirty="0"/>
              <a:t> </a:t>
            </a:r>
            <a:r>
              <a:rPr lang="en-US" dirty="0" err="1"/>
              <a:t>hóa</a:t>
            </a:r>
            <a:r>
              <a:rPr lang="en-US" dirty="0"/>
              <a:t>, </a:t>
            </a:r>
            <a:r>
              <a:rPr lang="en-US" dirty="0" err="1"/>
              <a:t>số</a:t>
            </a:r>
            <a:r>
              <a:rPr lang="en-US" dirty="0"/>
              <a:t> </a:t>
            </a:r>
            <a:r>
              <a:rPr lang="en-US" dirty="0" err="1"/>
              <a:t>lượng</a:t>
            </a:r>
            <a:r>
              <a:rPr lang="en-US" dirty="0"/>
              <a:t>, </a:t>
            </a:r>
            <a:r>
              <a:rPr lang="en-US" dirty="0" err="1"/>
              <a:t>ngày</a:t>
            </a:r>
            <a:r>
              <a:rPr lang="en-US" dirty="0"/>
              <a:t> </a:t>
            </a:r>
            <a:r>
              <a:rPr lang="en-US" dirty="0" err="1"/>
              <a:t>chứng</a:t>
            </a:r>
            <a:r>
              <a:rPr lang="en-US" dirty="0"/>
              <a:t> </a:t>
            </a:r>
            <a:r>
              <a:rPr lang="en-US" dirty="0" err="1"/>
              <a:t>từ</a:t>
            </a:r>
            <a:r>
              <a:rPr lang="en-US" dirty="0"/>
              <a:t> </a:t>
            </a:r>
            <a:r>
              <a:rPr lang="en-US" dirty="0" err="1"/>
              <a:t>và</a:t>
            </a:r>
            <a:r>
              <a:rPr lang="en-US" dirty="0"/>
              <a:t> </a:t>
            </a:r>
            <a:r>
              <a:rPr lang="en-US" dirty="0" err="1"/>
              <a:t>các</a:t>
            </a:r>
            <a:r>
              <a:rPr lang="en-US" dirty="0"/>
              <a:t> </a:t>
            </a:r>
            <a:r>
              <a:rPr lang="en-US" dirty="0" err="1"/>
              <a:t>nội</a:t>
            </a:r>
            <a:r>
              <a:rPr lang="en-US" dirty="0"/>
              <a:t> dung </a:t>
            </a:r>
            <a:r>
              <a:rPr lang="en-US" dirty="0" err="1"/>
              <a:t>liên</a:t>
            </a:r>
            <a:r>
              <a:rPr lang="en-US" dirty="0"/>
              <a:t> </a:t>
            </a:r>
            <a:r>
              <a:rPr lang="en-US" dirty="0" err="1"/>
              <a:t>quan</a:t>
            </a:r>
            <a:r>
              <a:rPr lang="en-US" dirty="0"/>
              <a:t> </a:t>
            </a:r>
            <a:r>
              <a:rPr lang="en-US" dirty="0" err="1"/>
              <a:t>để</a:t>
            </a:r>
            <a:r>
              <a:rPr lang="en-US" dirty="0"/>
              <a:t> </a:t>
            </a:r>
            <a:r>
              <a:rPr lang="en-US" dirty="0" err="1"/>
              <a:t>bảo</a:t>
            </a:r>
            <a:r>
              <a:rPr lang="en-US" dirty="0"/>
              <a:t> </a:t>
            </a:r>
            <a:r>
              <a:rPr lang="en-US" dirty="0" err="1"/>
              <a:t>đảm</a:t>
            </a:r>
            <a:r>
              <a:rPr lang="en-US" dirty="0"/>
              <a:t> </a:t>
            </a:r>
            <a:r>
              <a:rPr lang="en-US" dirty="0" err="1"/>
              <a:t>tính</a:t>
            </a:r>
            <a:r>
              <a:rPr lang="en-US" dirty="0"/>
              <a:t> </a:t>
            </a:r>
            <a:r>
              <a:rPr lang="en-US" dirty="0" err="1"/>
              <a:t>thống</a:t>
            </a:r>
            <a:r>
              <a:rPr lang="en-US" dirty="0"/>
              <a:t> </a:t>
            </a:r>
            <a:r>
              <a:rPr lang="en-US" dirty="0" err="1"/>
              <a:t>nhất</a:t>
            </a:r>
            <a:r>
              <a:rPr lang="en-US" dirty="0"/>
              <a:t> </a:t>
            </a:r>
            <a:r>
              <a:rPr lang="en-US" dirty="0" err="1"/>
              <a:t>trước</a:t>
            </a:r>
            <a:r>
              <a:rPr lang="en-US" dirty="0"/>
              <a:t> </a:t>
            </a:r>
            <a:r>
              <a:rPr lang="en-US" dirty="0" err="1"/>
              <a:t>khi</a:t>
            </a:r>
            <a:r>
              <a:rPr lang="en-US" dirty="0"/>
              <a:t> </a:t>
            </a:r>
            <a:r>
              <a:rPr lang="en-US" dirty="0" err="1"/>
              <a:t>xử</a:t>
            </a:r>
            <a:r>
              <a:rPr lang="en-US" dirty="0"/>
              <a:t> </a:t>
            </a:r>
            <a:r>
              <a:rPr lang="en-US" dirty="0" err="1"/>
              <a:t>lý</a:t>
            </a:r>
            <a:r>
              <a:rPr lang="en-US" dirty="0"/>
              <a:t> </a:t>
            </a:r>
            <a:r>
              <a:rPr lang="en-US" dirty="0" err="1"/>
              <a:t>hồ</a:t>
            </a:r>
            <a:r>
              <a:rPr lang="en-US" dirty="0"/>
              <a:t> </a:t>
            </a:r>
            <a:r>
              <a:rPr lang="en-US" dirty="0" err="1"/>
              <a:t>sơ</a:t>
            </a:r>
            <a:r>
              <a:rPr lang="en-US" dirty="0"/>
              <a:t>.</a:t>
            </a:r>
          </a:p>
          <a:p>
            <a:pPr lvl="0"/>
            <a:r>
              <a:rPr lang="en-US" dirty="0" err="1"/>
              <a:t>審核</a:t>
            </a:r>
            <a:r>
              <a:rPr lang="en-US" dirty="0"/>
              <a:t> Invoice 與 Packing </a:t>
            </a:r>
            <a:r>
              <a:rPr lang="en-US" dirty="0" err="1"/>
              <a:t>List，核對公司名稱、產品資料、數量、文件日期及相關內容，確保文件資訊一致</a:t>
            </a:r>
            <a:r>
              <a:rPr lang="en-US" dirty="0"/>
              <a:t>。</a:t>
            </a:r>
          </a:p>
          <a:p>
            <a:r>
              <a:rPr lang="en-US" b="1" dirty="0"/>
              <a:t>2. </a:t>
            </a:r>
            <a:r>
              <a:rPr lang="en-US" b="1" dirty="0" err="1"/>
              <a:t>Chỉnh</a:t>
            </a:r>
            <a:r>
              <a:rPr lang="en-US" b="1" dirty="0"/>
              <a:t> </a:t>
            </a:r>
            <a:r>
              <a:rPr lang="en-US" b="1" dirty="0" err="1"/>
              <a:t>sửa</a:t>
            </a:r>
            <a:r>
              <a:rPr lang="en-US" b="1" dirty="0"/>
              <a:t> </a:t>
            </a:r>
            <a:r>
              <a:rPr lang="en-US" b="1" dirty="0" err="1"/>
              <a:t>hồ</a:t>
            </a:r>
            <a:r>
              <a:rPr lang="en-US" b="1" dirty="0"/>
              <a:t> </a:t>
            </a:r>
            <a:r>
              <a:rPr lang="en-US" b="1" dirty="0" err="1"/>
              <a:t>sơ</a:t>
            </a:r>
            <a:r>
              <a:rPr lang="en-US" b="1" dirty="0"/>
              <a:t> </a:t>
            </a:r>
            <a:r>
              <a:rPr lang="en-US" b="1" dirty="0" err="1"/>
              <a:t>nghiệm</a:t>
            </a:r>
            <a:r>
              <a:rPr lang="en-US" b="1" dirty="0"/>
              <a:t> </a:t>
            </a:r>
            <a:r>
              <a:rPr lang="en-US" b="1" dirty="0" err="1"/>
              <a:t>thu</a:t>
            </a:r>
            <a:r>
              <a:rPr lang="en-US" b="1" dirty="0"/>
              <a:t> CX / </a:t>
            </a:r>
            <a:r>
              <a:rPr lang="en-US" b="1" dirty="0" err="1"/>
              <a:t>修改</a:t>
            </a:r>
            <a:r>
              <a:rPr lang="en-US" b="1" dirty="0"/>
              <a:t> CX </a:t>
            </a:r>
            <a:r>
              <a:rPr lang="en-US" b="1" dirty="0" err="1"/>
              <a:t>驗收文件</a:t>
            </a:r>
            <a:endParaRPr lang="en-US" dirty="0"/>
          </a:p>
          <a:p>
            <a:pPr lvl="0"/>
            <a:r>
              <a:rPr lang="en-US" dirty="0" err="1"/>
              <a:t>Rà</a:t>
            </a:r>
            <a:r>
              <a:rPr lang="en-US" dirty="0"/>
              <a:t> </a:t>
            </a:r>
            <a:r>
              <a:rPr lang="en-US" dirty="0" err="1"/>
              <a:t>soát</a:t>
            </a:r>
            <a:r>
              <a:rPr lang="en-US" dirty="0"/>
              <a:t> </a:t>
            </a:r>
            <a:r>
              <a:rPr lang="en-US" dirty="0" err="1"/>
              <a:t>và</a:t>
            </a:r>
            <a:r>
              <a:rPr lang="en-US" dirty="0"/>
              <a:t> </a:t>
            </a:r>
            <a:r>
              <a:rPr lang="en-US" dirty="0" err="1"/>
              <a:t>điều</a:t>
            </a:r>
            <a:r>
              <a:rPr lang="en-US" dirty="0"/>
              <a:t> </a:t>
            </a:r>
            <a:r>
              <a:rPr lang="en-US" dirty="0" err="1"/>
              <a:t>chỉnh</a:t>
            </a:r>
            <a:r>
              <a:rPr lang="en-US" dirty="0"/>
              <a:t> </a:t>
            </a:r>
            <a:r>
              <a:rPr lang="en-US" dirty="0" err="1"/>
              <a:t>Biên</a:t>
            </a:r>
            <a:r>
              <a:rPr lang="en-US" dirty="0"/>
              <a:t> </a:t>
            </a:r>
            <a:r>
              <a:rPr lang="en-US" dirty="0" err="1"/>
              <a:t>bản</a:t>
            </a:r>
            <a:r>
              <a:rPr lang="en-US" dirty="0"/>
              <a:t> </a:t>
            </a:r>
            <a:r>
              <a:rPr lang="en-US" dirty="0" err="1"/>
              <a:t>nghiệm</a:t>
            </a:r>
            <a:r>
              <a:rPr lang="en-US" dirty="0"/>
              <a:t> </a:t>
            </a:r>
            <a:r>
              <a:rPr lang="en-US" dirty="0" err="1"/>
              <a:t>thu</a:t>
            </a:r>
            <a:r>
              <a:rPr lang="en-US" dirty="0"/>
              <a:t>, </a:t>
            </a:r>
            <a:r>
              <a:rPr lang="en-US" dirty="0" err="1"/>
              <a:t>bàn</a:t>
            </a:r>
            <a:r>
              <a:rPr lang="en-US" dirty="0"/>
              <a:t> </a:t>
            </a:r>
            <a:r>
              <a:rPr lang="en-US" dirty="0" err="1"/>
              <a:t>giao</a:t>
            </a:r>
            <a:r>
              <a:rPr lang="en-US" dirty="0"/>
              <a:t>; </a:t>
            </a:r>
            <a:r>
              <a:rPr lang="en-US" dirty="0" err="1"/>
              <a:t>kiểm</a:t>
            </a:r>
            <a:r>
              <a:rPr lang="en-US" dirty="0"/>
              <a:t> </a:t>
            </a:r>
            <a:r>
              <a:rPr lang="en-US" dirty="0" err="1"/>
              <a:t>tra</a:t>
            </a:r>
            <a:r>
              <a:rPr lang="en-US" dirty="0"/>
              <a:t> </a:t>
            </a:r>
            <a:r>
              <a:rPr lang="en-US" dirty="0" err="1"/>
              <a:t>nội</a:t>
            </a:r>
            <a:r>
              <a:rPr lang="en-US" dirty="0"/>
              <a:t> dung </a:t>
            </a:r>
            <a:r>
              <a:rPr lang="en-US" dirty="0" err="1"/>
              <a:t>nghiệm</a:t>
            </a:r>
            <a:r>
              <a:rPr lang="en-US" dirty="0"/>
              <a:t> </a:t>
            </a:r>
            <a:r>
              <a:rPr lang="en-US" dirty="0" err="1"/>
              <a:t>thu</a:t>
            </a:r>
            <a:r>
              <a:rPr lang="en-US" dirty="0"/>
              <a:t>, </a:t>
            </a:r>
            <a:r>
              <a:rPr lang="en-US" dirty="0" err="1"/>
              <a:t>các</a:t>
            </a:r>
            <a:r>
              <a:rPr lang="en-US" dirty="0"/>
              <a:t> </a:t>
            </a:r>
            <a:r>
              <a:rPr lang="en-US" dirty="0" err="1"/>
              <a:t>điều</a:t>
            </a:r>
            <a:r>
              <a:rPr lang="en-US" dirty="0"/>
              <a:t> </a:t>
            </a:r>
            <a:r>
              <a:rPr lang="en-US" dirty="0" err="1"/>
              <a:t>khoản</a:t>
            </a:r>
            <a:r>
              <a:rPr lang="en-US" dirty="0"/>
              <a:t> </a:t>
            </a:r>
            <a:r>
              <a:rPr lang="en-US" dirty="0" err="1"/>
              <a:t>thanh</a:t>
            </a:r>
            <a:r>
              <a:rPr lang="en-US" dirty="0"/>
              <a:t> </a:t>
            </a:r>
            <a:r>
              <a:rPr lang="en-US" dirty="0" err="1"/>
              <a:t>toán</a:t>
            </a:r>
            <a:r>
              <a:rPr lang="en-US" dirty="0"/>
              <a:t> </a:t>
            </a:r>
            <a:r>
              <a:rPr lang="en-US" dirty="0" err="1"/>
              <a:t>và</a:t>
            </a:r>
            <a:r>
              <a:rPr lang="en-US" dirty="0"/>
              <a:t> </a:t>
            </a:r>
            <a:r>
              <a:rPr lang="en-US" dirty="0" err="1"/>
              <a:t>phần</a:t>
            </a:r>
            <a:r>
              <a:rPr lang="en-US" dirty="0"/>
              <a:t> </a:t>
            </a:r>
            <a:r>
              <a:rPr lang="en-US" dirty="0" err="1"/>
              <a:t>diễn</a:t>
            </a:r>
            <a:r>
              <a:rPr lang="en-US" dirty="0"/>
              <a:t> </a:t>
            </a:r>
            <a:r>
              <a:rPr lang="en-US" dirty="0" err="1"/>
              <a:t>giải</a:t>
            </a:r>
            <a:r>
              <a:rPr lang="en-US" dirty="0"/>
              <a:t> song </a:t>
            </a:r>
            <a:r>
              <a:rPr lang="en-US" dirty="0" err="1"/>
              <a:t>ngữ</a:t>
            </a:r>
            <a:r>
              <a:rPr lang="en-US" dirty="0"/>
              <a:t> Việt – Trung.</a:t>
            </a:r>
          </a:p>
          <a:p>
            <a:pPr lvl="0"/>
            <a:r>
              <a:rPr lang="en-US" dirty="0" err="1"/>
              <a:t>審核並修改</a:t>
            </a:r>
            <a:r>
              <a:rPr lang="en-US" dirty="0"/>
              <a:t> CX </a:t>
            </a:r>
            <a:r>
              <a:rPr lang="en-US" dirty="0" err="1"/>
              <a:t>專案驗收及交接文件，確認驗收內容、付款條件及越中雙語說明一致</a:t>
            </a:r>
            <a:r>
              <a:rPr lang="en-US" dirty="0"/>
              <a:t>。</a:t>
            </a:r>
          </a:p>
          <a:p>
            <a:r>
              <a:rPr lang="en-US" b="1" dirty="0"/>
              <a:t>3. Theo </a:t>
            </a:r>
            <a:r>
              <a:rPr lang="en-US" b="1" dirty="0" err="1"/>
              <a:t>dõi</a:t>
            </a:r>
            <a:r>
              <a:rPr lang="en-US" b="1" dirty="0"/>
              <a:t> </a:t>
            </a:r>
            <a:r>
              <a:rPr lang="en-US" b="1" dirty="0" err="1"/>
              <a:t>công</a:t>
            </a:r>
            <a:r>
              <a:rPr lang="en-US" b="1" dirty="0"/>
              <a:t> </a:t>
            </a:r>
            <a:r>
              <a:rPr lang="en-US" b="1" dirty="0" err="1"/>
              <a:t>nợ</a:t>
            </a:r>
            <a:r>
              <a:rPr lang="en-US" b="1" dirty="0"/>
              <a:t> / </a:t>
            </a:r>
            <a:r>
              <a:rPr lang="en-US" b="1" dirty="0" err="1"/>
              <a:t>應收帳款追蹤</a:t>
            </a:r>
            <a:endParaRPr lang="en-US" dirty="0"/>
          </a:p>
          <a:p>
            <a:pPr lvl="0"/>
            <a:r>
              <a:rPr lang="en-US" dirty="0"/>
              <a:t>Liên </a:t>
            </a:r>
            <a:r>
              <a:rPr lang="en-US" dirty="0" err="1"/>
              <a:t>hệ</a:t>
            </a:r>
            <a:r>
              <a:rPr lang="en-US" dirty="0"/>
              <a:t> </a:t>
            </a:r>
            <a:r>
              <a:rPr lang="en-US" dirty="0" err="1"/>
              <a:t>khách</a:t>
            </a:r>
            <a:r>
              <a:rPr lang="en-US" dirty="0"/>
              <a:t> </a:t>
            </a:r>
            <a:r>
              <a:rPr lang="en-US" dirty="0" err="1"/>
              <a:t>hàng</a:t>
            </a:r>
            <a:r>
              <a:rPr lang="en-US" dirty="0"/>
              <a:t> </a:t>
            </a:r>
            <a:r>
              <a:rPr lang="en-US" dirty="0" err="1"/>
              <a:t>về</a:t>
            </a:r>
            <a:r>
              <a:rPr lang="en-US" dirty="0"/>
              <a:t> </a:t>
            </a:r>
            <a:r>
              <a:rPr lang="en-US" dirty="0" err="1"/>
              <a:t>các</a:t>
            </a:r>
            <a:r>
              <a:rPr lang="en-US" dirty="0"/>
              <a:t> </a:t>
            </a:r>
            <a:r>
              <a:rPr lang="en-US" dirty="0" err="1"/>
              <a:t>khoản</a:t>
            </a:r>
            <a:r>
              <a:rPr lang="en-US" dirty="0"/>
              <a:t> </a:t>
            </a:r>
            <a:r>
              <a:rPr lang="en-US" dirty="0" err="1"/>
              <a:t>thanh</a:t>
            </a:r>
            <a:r>
              <a:rPr lang="en-US" dirty="0"/>
              <a:t> </a:t>
            </a:r>
            <a:r>
              <a:rPr lang="en-US" dirty="0" err="1"/>
              <a:t>toán</a:t>
            </a:r>
            <a:r>
              <a:rPr lang="en-US" dirty="0"/>
              <a:t> </a:t>
            </a:r>
            <a:r>
              <a:rPr lang="en-US" dirty="0" err="1"/>
              <a:t>đã</a:t>
            </a:r>
            <a:r>
              <a:rPr lang="en-US" dirty="0"/>
              <a:t> </a:t>
            </a:r>
            <a:r>
              <a:rPr lang="en-US" dirty="0" err="1"/>
              <a:t>quá</a:t>
            </a:r>
            <a:r>
              <a:rPr lang="en-US" dirty="0"/>
              <a:t> </a:t>
            </a:r>
            <a:r>
              <a:rPr lang="en-US" dirty="0" err="1"/>
              <a:t>hạn</a:t>
            </a:r>
            <a:r>
              <a:rPr lang="en-US" dirty="0"/>
              <a:t>, </a:t>
            </a:r>
            <a:r>
              <a:rPr lang="en-US" dirty="0" err="1"/>
              <a:t>nhắc</a:t>
            </a:r>
            <a:r>
              <a:rPr lang="en-US" dirty="0"/>
              <a:t> </a:t>
            </a:r>
            <a:r>
              <a:rPr lang="en-US" dirty="0" err="1"/>
              <a:t>lại</a:t>
            </a:r>
            <a:r>
              <a:rPr lang="en-US" dirty="0"/>
              <a:t> </a:t>
            </a:r>
            <a:r>
              <a:rPr lang="en-US" dirty="0" err="1"/>
              <a:t>tình</a:t>
            </a:r>
            <a:r>
              <a:rPr lang="en-US" dirty="0"/>
              <a:t> </a:t>
            </a:r>
            <a:r>
              <a:rPr lang="en-US" dirty="0" err="1"/>
              <a:t>trạng</a:t>
            </a:r>
            <a:r>
              <a:rPr lang="en-US" dirty="0"/>
              <a:t> </a:t>
            </a:r>
            <a:r>
              <a:rPr lang="en-US" dirty="0" err="1"/>
              <a:t>hoàn</a:t>
            </a:r>
            <a:r>
              <a:rPr lang="en-US" dirty="0"/>
              <a:t> </a:t>
            </a:r>
            <a:r>
              <a:rPr lang="en-US" dirty="0" err="1"/>
              <a:t>thành</a:t>
            </a:r>
            <a:r>
              <a:rPr lang="en-US" dirty="0"/>
              <a:t> </a:t>
            </a:r>
            <a:r>
              <a:rPr lang="en-US" dirty="0" err="1"/>
              <a:t>dự</a:t>
            </a:r>
            <a:r>
              <a:rPr lang="en-US" dirty="0"/>
              <a:t> </a:t>
            </a:r>
            <a:r>
              <a:rPr lang="en-US" dirty="0" err="1"/>
              <a:t>án</a:t>
            </a:r>
            <a:r>
              <a:rPr lang="en-US" dirty="0"/>
              <a:t> </a:t>
            </a:r>
            <a:r>
              <a:rPr lang="en-US" dirty="0" err="1"/>
              <a:t>và</a:t>
            </a:r>
            <a:r>
              <a:rPr lang="en-US" dirty="0"/>
              <a:t> </a:t>
            </a:r>
            <a:r>
              <a:rPr lang="en-US" dirty="0" err="1"/>
              <a:t>việc</a:t>
            </a:r>
            <a:r>
              <a:rPr lang="en-US" dirty="0"/>
              <a:t> </a:t>
            </a:r>
            <a:r>
              <a:rPr lang="en-US" dirty="0" err="1"/>
              <a:t>các</a:t>
            </a:r>
            <a:r>
              <a:rPr lang="en-US" dirty="0"/>
              <a:t> </a:t>
            </a:r>
            <a:r>
              <a:rPr lang="en-US" dirty="0" err="1"/>
              <a:t>vấn</a:t>
            </a:r>
            <a:r>
              <a:rPr lang="en-US" dirty="0"/>
              <a:t> </a:t>
            </a:r>
            <a:r>
              <a:rPr lang="en-US" dirty="0" err="1"/>
              <a:t>đề</a:t>
            </a:r>
            <a:r>
              <a:rPr lang="en-US" dirty="0"/>
              <a:t> </a:t>
            </a:r>
            <a:r>
              <a:rPr lang="en-US" dirty="0" err="1"/>
              <a:t>kỹ</a:t>
            </a:r>
            <a:r>
              <a:rPr lang="en-US" dirty="0"/>
              <a:t> </a:t>
            </a:r>
            <a:r>
              <a:rPr lang="en-US" dirty="0" err="1"/>
              <a:t>thuật</a:t>
            </a:r>
            <a:r>
              <a:rPr lang="en-US" dirty="0"/>
              <a:t> </a:t>
            </a:r>
            <a:r>
              <a:rPr lang="en-US" dirty="0" err="1"/>
              <a:t>đã</a:t>
            </a:r>
            <a:r>
              <a:rPr lang="en-US" dirty="0"/>
              <a:t> </a:t>
            </a:r>
            <a:r>
              <a:rPr lang="en-US" dirty="0" err="1"/>
              <a:t>được</a:t>
            </a:r>
            <a:r>
              <a:rPr lang="en-US" dirty="0"/>
              <a:t> </a:t>
            </a:r>
            <a:r>
              <a:rPr lang="en-US" dirty="0" err="1"/>
              <a:t>xử</a:t>
            </a:r>
            <a:r>
              <a:rPr lang="en-US" dirty="0"/>
              <a:t> </a:t>
            </a:r>
            <a:r>
              <a:rPr lang="en-US" dirty="0" err="1"/>
              <a:t>lý</a:t>
            </a:r>
            <a:r>
              <a:rPr lang="en-US" dirty="0"/>
              <a:t>, </a:t>
            </a:r>
            <a:r>
              <a:rPr lang="en-US" dirty="0" err="1"/>
              <a:t>đề</a:t>
            </a:r>
            <a:r>
              <a:rPr lang="en-US" dirty="0"/>
              <a:t> </a:t>
            </a:r>
            <a:r>
              <a:rPr lang="en-US" dirty="0" err="1"/>
              <a:t>nghị</a:t>
            </a:r>
            <a:r>
              <a:rPr lang="en-US" dirty="0"/>
              <a:t> </a:t>
            </a:r>
            <a:r>
              <a:rPr lang="en-US" dirty="0" err="1"/>
              <a:t>khách</a:t>
            </a:r>
            <a:r>
              <a:rPr lang="en-US" dirty="0"/>
              <a:t> </a:t>
            </a:r>
            <a:r>
              <a:rPr lang="en-US" dirty="0" err="1"/>
              <a:t>hàng</a:t>
            </a:r>
            <a:r>
              <a:rPr lang="en-US" dirty="0"/>
              <a:t> </a:t>
            </a:r>
            <a:r>
              <a:rPr lang="en-US" dirty="0" err="1"/>
              <a:t>xác</a:t>
            </a:r>
            <a:r>
              <a:rPr lang="en-US" dirty="0"/>
              <a:t> </a:t>
            </a:r>
            <a:r>
              <a:rPr lang="en-US" dirty="0" err="1"/>
              <a:t>nhận</a:t>
            </a:r>
            <a:r>
              <a:rPr lang="en-US" dirty="0"/>
              <a:t> </a:t>
            </a:r>
            <a:r>
              <a:rPr lang="en-US" dirty="0" err="1"/>
              <a:t>kế</a:t>
            </a:r>
            <a:r>
              <a:rPr lang="en-US" dirty="0"/>
              <a:t> </a:t>
            </a:r>
            <a:r>
              <a:rPr lang="en-US" dirty="0" err="1"/>
              <a:t>hoạch</a:t>
            </a:r>
            <a:r>
              <a:rPr lang="en-US" dirty="0"/>
              <a:t> </a:t>
            </a:r>
            <a:r>
              <a:rPr lang="en-US" dirty="0" err="1"/>
              <a:t>thanh</a:t>
            </a:r>
            <a:r>
              <a:rPr lang="en-US" dirty="0"/>
              <a:t> </a:t>
            </a:r>
            <a:r>
              <a:rPr lang="en-US" dirty="0" err="1"/>
              <a:t>toán</a:t>
            </a:r>
            <a:r>
              <a:rPr lang="en-US" dirty="0"/>
              <a:t>.</a:t>
            </a:r>
          </a:p>
          <a:p>
            <a:pPr lvl="0"/>
            <a:r>
              <a:rPr lang="en-US" dirty="0" err="1"/>
              <a:t>聯繫客戶追蹤逾期應收款項，說明專案已完成且相關技術問題已處理，請客戶確認後續付款安排</a:t>
            </a:r>
            <a:r>
              <a:rPr lang="en-US" dirty="0"/>
              <a:t>。</a:t>
            </a:r>
          </a:p>
          <a:p>
            <a:pPr lvl="0"/>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4458970" y="206375"/>
            <a:ext cx="3175635" cy="368300"/>
          </a:xfrm>
          <a:prstGeom prst="rect">
            <a:avLst/>
          </a:prstGeom>
          <a:noFill/>
        </p:spPr>
        <p:txBody>
          <a:bodyPr wrap="square">
            <a:spAutoFit/>
          </a:bodyPr>
          <a:lstStyle/>
          <a:p>
            <a:r>
              <a:rPr lang="en-US" altLang="zh-CN" b="1" dirty="0">
                <a:solidFill>
                  <a:schemeClr val="accent4"/>
                </a:solidFill>
              </a:rPr>
              <a:t>10/08 </a:t>
            </a:r>
            <a:r>
              <a:rPr lang="zh-CN" altLang="en-US" b="1" dirty="0">
                <a:solidFill>
                  <a:schemeClr val="accent4"/>
                </a:solidFill>
              </a:rPr>
              <a:t>当周排程工作结果记录</a:t>
            </a:r>
            <a:endParaRPr lang="en-US" b="1" dirty="0">
              <a:solidFill>
                <a:schemeClr val="accent4"/>
              </a:solidFill>
            </a:endParaRPr>
          </a:p>
        </p:txBody>
      </p:sp>
      <p:sp>
        <p:nvSpPr>
          <p:cNvPr id="3" name="TextBox 2"/>
          <p:cNvSpPr txBox="1"/>
          <p:nvPr/>
        </p:nvSpPr>
        <p:spPr>
          <a:xfrm>
            <a:off x="496529" y="1190789"/>
            <a:ext cx="11198942" cy="4524315"/>
          </a:xfrm>
          <a:prstGeom prst="rect">
            <a:avLst/>
          </a:prstGeom>
          <a:noFill/>
        </p:spPr>
        <p:txBody>
          <a:bodyPr wrap="square">
            <a:spAutoFit/>
          </a:bodyPr>
          <a:lstStyle/>
          <a:p>
            <a:r>
              <a:rPr lang="en-US" b="1" dirty="0"/>
              <a:t>1. </a:t>
            </a:r>
            <a:r>
              <a:rPr lang="en-US" b="1" dirty="0" err="1"/>
              <a:t>Chuẩn</a:t>
            </a:r>
            <a:r>
              <a:rPr lang="en-US" b="1" dirty="0"/>
              <a:t> </a:t>
            </a:r>
            <a:r>
              <a:rPr lang="en-US" b="1" dirty="0" err="1"/>
              <a:t>bị</a:t>
            </a:r>
            <a:r>
              <a:rPr lang="en-US" b="1" dirty="0"/>
              <a:t> </a:t>
            </a:r>
            <a:r>
              <a:rPr lang="en-US" b="1" dirty="0" err="1"/>
              <a:t>hồ</a:t>
            </a:r>
            <a:r>
              <a:rPr lang="en-US" b="1" dirty="0"/>
              <a:t> </a:t>
            </a:r>
            <a:r>
              <a:rPr lang="en-US" b="1" dirty="0" err="1"/>
              <a:t>sơ</a:t>
            </a:r>
            <a:r>
              <a:rPr lang="en-US" b="1" dirty="0"/>
              <a:t> </a:t>
            </a:r>
            <a:r>
              <a:rPr lang="en-US" b="1" dirty="0" err="1"/>
              <a:t>nghiệm</a:t>
            </a:r>
            <a:r>
              <a:rPr lang="en-US" b="1" dirty="0"/>
              <a:t> </a:t>
            </a:r>
            <a:r>
              <a:rPr lang="en-US" b="1" dirty="0" err="1"/>
              <a:t>thu</a:t>
            </a:r>
            <a:r>
              <a:rPr lang="en-US" b="1" dirty="0"/>
              <a:t> CX / </a:t>
            </a:r>
            <a:r>
              <a:rPr lang="en-US" b="1" dirty="0" err="1"/>
              <a:t>整理</a:t>
            </a:r>
            <a:r>
              <a:rPr lang="en-US" b="1" dirty="0"/>
              <a:t> CX </a:t>
            </a:r>
            <a:r>
              <a:rPr lang="en-US" b="1" dirty="0" err="1"/>
              <a:t>驗收文件</a:t>
            </a:r>
            <a:endParaRPr lang="en-US" dirty="0"/>
          </a:p>
          <a:p>
            <a:pPr lvl="0"/>
            <a:r>
              <a:rPr lang="en-US" dirty="0" err="1"/>
              <a:t>Kiểm</a:t>
            </a:r>
            <a:r>
              <a:rPr lang="en-US" dirty="0"/>
              <a:t> </a:t>
            </a:r>
            <a:r>
              <a:rPr lang="en-US" dirty="0" err="1"/>
              <a:t>tra</a:t>
            </a:r>
            <a:r>
              <a:rPr lang="en-US" dirty="0"/>
              <a:t> </a:t>
            </a:r>
            <a:r>
              <a:rPr lang="en-US" dirty="0" err="1"/>
              <a:t>lại</a:t>
            </a:r>
            <a:r>
              <a:rPr lang="en-US" dirty="0"/>
              <a:t> </a:t>
            </a:r>
            <a:r>
              <a:rPr lang="en-US" dirty="0" err="1"/>
              <a:t>bản</a:t>
            </a:r>
            <a:r>
              <a:rPr lang="en-US" dirty="0"/>
              <a:t> </a:t>
            </a:r>
            <a:r>
              <a:rPr lang="en-US" dirty="0" err="1"/>
              <a:t>nghiệm</a:t>
            </a:r>
            <a:r>
              <a:rPr lang="en-US" dirty="0"/>
              <a:t> </a:t>
            </a:r>
            <a:r>
              <a:rPr lang="en-US" dirty="0" err="1"/>
              <a:t>thu</a:t>
            </a:r>
            <a:r>
              <a:rPr lang="en-US" dirty="0"/>
              <a:t> </a:t>
            </a:r>
            <a:r>
              <a:rPr lang="en-US" dirty="0" err="1"/>
              <a:t>đã</a:t>
            </a:r>
            <a:r>
              <a:rPr lang="en-US" dirty="0"/>
              <a:t> </a:t>
            </a:r>
            <a:r>
              <a:rPr lang="en-US" dirty="0" err="1"/>
              <a:t>ký</a:t>
            </a:r>
            <a:r>
              <a:rPr lang="en-US" dirty="0"/>
              <a:t> </a:t>
            </a:r>
            <a:r>
              <a:rPr lang="en-US" dirty="0" err="1"/>
              <a:t>đóng</a:t>
            </a:r>
            <a:r>
              <a:rPr lang="en-US" dirty="0"/>
              <a:t> </a:t>
            </a:r>
            <a:r>
              <a:rPr lang="en-US" dirty="0" err="1"/>
              <a:t>dấu</a:t>
            </a:r>
            <a:r>
              <a:rPr lang="en-US" dirty="0"/>
              <a:t> </a:t>
            </a:r>
            <a:r>
              <a:rPr lang="en-US" dirty="0" err="1"/>
              <a:t>và</a:t>
            </a:r>
            <a:r>
              <a:rPr lang="en-US" dirty="0"/>
              <a:t> </a:t>
            </a:r>
            <a:r>
              <a:rPr lang="en-US" dirty="0" err="1"/>
              <a:t>bộ</a:t>
            </a:r>
            <a:r>
              <a:rPr lang="en-US" dirty="0"/>
              <a:t> </a:t>
            </a:r>
            <a:r>
              <a:rPr lang="en-US" dirty="0" err="1"/>
              <a:t>hồ</a:t>
            </a:r>
            <a:r>
              <a:rPr lang="en-US" dirty="0"/>
              <a:t> </a:t>
            </a:r>
            <a:r>
              <a:rPr lang="en-US" dirty="0" err="1"/>
              <a:t>sơ</a:t>
            </a:r>
            <a:r>
              <a:rPr lang="en-US" dirty="0"/>
              <a:t> </a:t>
            </a:r>
            <a:r>
              <a:rPr lang="en-US" dirty="0" err="1"/>
              <a:t>chỉnh</a:t>
            </a:r>
            <a:r>
              <a:rPr lang="en-US" dirty="0"/>
              <a:t> </a:t>
            </a:r>
            <a:r>
              <a:rPr lang="en-US" dirty="0" err="1"/>
              <a:t>sửa</a:t>
            </a:r>
            <a:r>
              <a:rPr lang="en-US" dirty="0"/>
              <a:t>, </a:t>
            </a:r>
            <a:r>
              <a:rPr lang="en-US" dirty="0" err="1"/>
              <a:t>trong</a:t>
            </a:r>
            <a:r>
              <a:rPr lang="en-US" dirty="0"/>
              <a:t> </a:t>
            </a:r>
            <a:r>
              <a:rPr lang="en-US" dirty="0" err="1"/>
              <a:t>đó</a:t>
            </a:r>
            <a:r>
              <a:rPr lang="en-US" dirty="0"/>
              <a:t> </a:t>
            </a:r>
            <a:r>
              <a:rPr lang="en-US" dirty="0" err="1"/>
              <a:t>tách</a:t>
            </a:r>
            <a:r>
              <a:rPr lang="en-US" dirty="0"/>
              <a:t> </a:t>
            </a:r>
            <a:r>
              <a:rPr lang="en-US" dirty="0" err="1"/>
              <a:t>riêng</a:t>
            </a:r>
            <a:r>
              <a:rPr lang="en-US" dirty="0"/>
              <a:t> </a:t>
            </a:r>
            <a:r>
              <a:rPr lang="en-US" dirty="0" err="1"/>
              <a:t>ngày</a:t>
            </a:r>
            <a:r>
              <a:rPr lang="en-US" dirty="0"/>
              <a:t> </a:t>
            </a:r>
            <a:r>
              <a:rPr lang="en-US" dirty="0" err="1"/>
              <a:t>kiểm</a:t>
            </a:r>
            <a:r>
              <a:rPr lang="en-US" dirty="0"/>
              <a:t> </a:t>
            </a:r>
            <a:r>
              <a:rPr lang="en-US" dirty="0" err="1"/>
              <a:t>tra</a:t>
            </a:r>
            <a:r>
              <a:rPr lang="en-US" dirty="0"/>
              <a:t> </a:t>
            </a:r>
            <a:r>
              <a:rPr lang="en-US" dirty="0" err="1"/>
              <a:t>kỹ</a:t>
            </a:r>
            <a:r>
              <a:rPr lang="en-US" dirty="0"/>
              <a:t> </a:t>
            </a:r>
            <a:r>
              <a:rPr lang="en-US" dirty="0" err="1"/>
              <a:t>thuật</a:t>
            </a:r>
            <a:r>
              <a:rPr lang="en-US" dirty="0"/>
              <a:t> 04/03/2026 </a:t>
            </a:r>
            <a:r>
              <a:rPr lang="en-US" dirty="0" err="1"/>
              <a:t>và</a:t>
            </a:r>
            <a:r>
              <a:rPr lang="en-US" dirty="0"/>
              <a:t> </a:t>
            </a:r>
            <a:r>
              <a:rPr lang="en-US" dirty="0" err="1"/>
              <a:t>thời</a:t>
            </a:r>
            <a:r>
              <a:rPr lang="en-US" dirty="0"/>
              <a:t> </a:t>
            </a:r>
            <a:r>
              <a:rPr lang="en-US" dirty="0" err="1"/>
              <a:t>điểm</a:t>
            </a:r>
            <a:r>
              <a:rPr lang="en-US" dirty="0"/>
              <a:t> </a:t>
            </a:r>
            <a:r>
              <a:rPr lang="en-US" dirty="0" err="1"/>
              <a:t>lập</a:t>
            </a:r>
            <a:r>
              <a:rPr lang="en-US" dirty="0"/>
              <a:t> </a:t>
            </a:r>
            <a:r>
              <a:rPr lang="en-US" dirty="0" err="1"/>
              <a:t>hồ</a:t>
            </a:r>
            <a:r>
              <a:rPr lang="en-US" dirty="0"/>
              <a:t> </a:t>
            </a:r>
            <a:r>
              <a:rPr lang="en-US" dirty="0" err="1"/>
              <a:t>sơ</a:t>
            </a:r>
            <a:r>
              <a:rPr lang="en-US" dirty="0"/>
              <a:t> </a:t>
            </a:r>
            <a:r>
              <a:rPr lang="en-US" dirty="0" err="1"/>
              <a:t>nghiệm</a:t>
            </a:r>
            <a:r>
              <a:rPr lang="en-US" dirty="0"/>
              <a:t> </a:t>
            </a:r>
            <a:r>
              <a:rPr lang="en-US" dirty="0" err="1"/>
              <a:t>thu</a:t>
            </a:r>
            <a:r>
              <a:rPr lang="en-US" dirty="0"/>
              <a:t> </a:t>
            </a:r>
            <a:r>
              <a:rPr lang="en-US" dirty="0" err="1"/>
              <a:t>tháng</a:t>
            </a:r>
            <a:r>
              <a:rPr lang="en-US" dirty="0"/>
              <a:t> 10/2026.</a:t>
            </a:r>
          </a:p>
          <a:p>
            <a:pPr lvl="0"/>
            <a:r>
              <a:rPr lang="en-US" dirty="0"/>
              <a:t>核對已簽名蓋章的原版驗收文件及重新整理的文件，將2026年3月4日技術檢查日期與10月份驗收文件製作時間分開說明。</a:t>
            </a:r>
          </a:p>
          <a:p>
            <a:r>
              <a:rPr lang="en-US" b="1" dirty="0"/>
              <a:t>2. Xin ý </a:t>
            </a:r>
            <a:r>
              <a:rPr lang="en-US" b="1" dirty="0" err="1"/>
              <a:t>kiến</a:t>
            </a:r>
            <a:r>
              <a:rPr lang="en-US" b="1" dirty="0"/>
              <a:t> Trương </a:t>
            </a:r>
            <a:r>
              <a:rPr lang="en-US" b="1" dirty="0" err="1"/>
              <a:t>Tổng</a:t>
            </a:r>
            <a:r>
              <a:rPr lang="en-US" b="1" dirty="0"/>
              <a:t> / </a:t>
            </a:r>
            <a:r>
              <a:rPr lang="en-US" b="1" dirty="0" err="1"/>
              <a:t>向張總請示</a:t>
            </a:r>
            <a:endParaRPr lang="en-US" dirty="0"/>
          </a:p>
          <a:p>
            <a:pPr lvl="0"/>
            <a:r>
              <a:rPr lang="en-US" dirty="0"/>
              <a:t>Báo </a:t>
            </a:r>
            <a:r>
              <a:rPr lang="en-US" dirty="0" err="1"/>
              <a:t>cáo</a:t>
            </a:r>
            <a:r>
              <a:rPr lang="en-US" dirty="0"/>
              <a:t> </a:t>
            </a:r>
            <a:r>
              <a:rPr lang="en-US" dirty="0" err="1"/>
              <a:t>sự</a:t>
            </a:r>
            <a:r>
              <a:rPr lang="en-US" dirty="0"/>
              <a:t> </a:t>
            </a:r>
            <a:r>
              <a:rPr lang="en-US" dirty="0" err="1"/>
              <a:t>khác</a:t>
            </a:r>
            <a:r>
              <a:rPr lang="en-US" dirty="0"/>
              <a:t> </a:t>
            </a:r>
            <a:r>
              <a:rPr lang="en-US" dirty="0" err="1"/>
              <a:t>nhau</a:t>
            </a:r>
            <a:r>
              <a:rPr lang="en-US" dirty="0"/>
              <a:t> </a:t>
            </a:r>
            <a:r>
              <a:rPr lang="en-US" dirty="0" err="1"/>
              <a:t>giữa</a:t>
            </a:r>
            <a:r>
              <a:rPr lang="en-US" dirty="0"/>
              <a:t> </a:t>
            </a:r>
            <a:r>
              <a:rPr lang="en-US" dirty="0" err="1"/>
              <a:t>các</a:t>
            </a:r>
            <a:r>
              <a:rPr lang="en-US" dirty="0"/>
              <a:t> </a:t>
            </a:r>
            <a:r>
              <a:rPr lang="en-US" dirty="0" err="1"/>
              <a:t>bộ</a:t>
            </a:r>
            <a:r>
              <a:rPr lang="en-US" dirty="0"/>
              <a:t> </a:t>
            </a:r>
            <a:r>
              <a:rPr lang="en-US" dirty="0" err="1"/>
              <a:t>hồ</a:t>
            </a:r>
            <a:r>
              <a:rPr lang="en-US" dirty="0"/>
              <a:t> </a:t>
            </a:r>
            <a:r>
              <a:rPr lang="en-US" dirty="0" err="1"/>
              <a:t>sơ</a:t>
            </a:r>
            <a:r>
              <a:rPr lang="en-US" dirty="0"/>
              <a:t> </a:t>
            </a:r>
            <a:r>
              <a:rPr lang="en-US" dirty="0" err="1"/>
              <a:t>và</a:t>
            </a:r>
            <a:r>
              <a:rPr lang="en-US" dirty="0"/>
              <a:t> </a:t>
            </a:r>
            <a:r>
              <a:rPr lang="en-US" dirty="0" err="1"/>
              <a:t>xin</a:t>
            </a:r>
            <a:r>
              <a:rPr lang="en-US" dirty="0"/>
              <a:t> </a:t>
            </a:r>
            <a:r>
              <a:rPr lang="en-US" dirty="0" err="1"/>
              <a:t>xác</a:t>
            </a:r>
            <a:r>
              <a:rPr lang="en-US" dirty="0"/>
              <a:t> </a:t>
            </a:r>
            <a:r>
              <a:rPr lang="en-US" dirty="0" err="1"/>
              <a:t>nhận</a:t>
            </a:r>
            <a:r>
              <a:rPr lang="en-US" dirty="0"/>
              <a:t> </a:t>
            </a:r>
            <a:r>
              <a:rPr lang="en-US" dirty="0" err="1"/>
              <a:t>phiên</a:t>
            </a:r>
            <a:r>
              <a:rPr lang="en-US" dirty="0"/>
              <a:t> </a:t>
            </a:r>
            <a:r>
              <a:rPr lang="en-US" dirty="0" err="1"/>
              <a:t>bản</a:t>
            </a:r>
            <a:r>
              <a:rPr lang="en-US" dirty="0"/>
              <a:t> </a:t>
            </a:r>
            <a:r>
              <a:rPr lang="en-US" dirty="0" err="1"/>
              <a:t>cần</a:t>
            </a:r>
            <a:r>
              <a:rPr lang="en-US" dirty="0"/>
              <a:t> </a:t>
            </a:r>
            <a:r>
              <a:rPr lang="en-US" dirty="0" err="1"/>
              <a:t>gửi</a:t>
            </a:r>
            <a:r>
              <a:rPr lang="en-US" dirty="0"/>
              <a:t> </a:t>
            </a:r>
            <a:r>
              <a:rPr lang="en-US" dirty="0" err="1"/>
              <a:t>khách</a:t>
            </a:r>
            <a:r>
              <a:rPr lang="en-US" dirty="0"/>
              <a:t> </a:t>
            </a:r>
            <a:r>
              <a:rPr lang="en-US" dirty="0" err="1"/>
              <a:t>hàng</a:t>
            </a:r>
            <a:r>
              <a:rPr lang="en-US" dirty="0"/>
              <a:t> CX </a:t>
            </a:r>
            <a:r>
              <a:rPr lang="en-US" dirty="0" err="1"/>
              <a:t>để</a:t>
            </a:r>
            <a:r>
              <a:rPr lang="en-US" dirty="0"/>
              <a:t> </a:t>
            </a:r>
            <a:r>
              <a:rPr lang="en-US" dirty="0" err="1"/>
              <a:t>phục</a:t>
            </a:r>
            <a:r>
              <a:rPr lang="en-US" dirty="0"/>
              <a:t> </a:t>
            </a:r>
            <a:r>
              <a:rPr lang="en-US" dirty="0" err="1"/>
              <a:t>vụ</a:t>
            </a:r>
            <a:r>
              <a:rPr lang="en-US" dirty="0"/>
              <a:t> </a:t>
            </a:r>
            <a:r>
              <a:rPr lang="en-US" dirty="0" err="1"/>
              <a:t>thủ</a:t>
            </a:r>
            <a:r>
              <a:rPr lang="en-US" dirty="0"/>
              <a:t> </a:t>
            </a:r>
            <a:r>
              <a:rPr lang="en-US" dirty="0" err="1"/>
              <a:t>tục</a:t>
            </a:r>
            <a:r>
              <a:rPr lang="en-US" dirty="0"/>
              <a:t> </a:t>
            </a:r>
            <a:r>
              <a:rPr lang="en-US" dirty="0" err="1"/>
              <a:t>thanh</a:t>
            </a:r>
            <a:r>
              <a:rPr lang="en-US" dirty="0"/>
              <a:t> </a:t>
            </a:r>
            <a:r>
              <a:rPr lang="en-US" dirty="0" err="1"/>
              <a:t>toán</a:t>
            </a:r>
            <a:r>
              <a:rPr lang="en-US" dirty="0"/>
              <a:t>.</a:t>
            </a:r>
          </a:p>
          <a:p>
            <a:pPr lvl="0"/>
            <a:r>
              <a:rPr lang="en-US" dirty="0" err="1"/>
              <a:t>向張總說明不同驗收文件版本的差異，並請示應寄送哪一版本給</a:t>
            </a:r>
            <a:r>
              <a:rPr lang="en-US" dirty="0"/>
              <a:t> </a:t>
            </a:r>
            <a:r>
              <a:rPr lang="en-US" dirty="0" err="1"/>
              <a:t>CX，以利後續付款作業</a:t>
            </a:r>
            <a:r>
              <a:rPr lang="en-US" dirty="0"/>
              <a:t>。</a:t>
            </a:r>
          </a:p>
          <a:p>
            <a:r>
              <a:rPr lang="en-US" b="1" dirty="0"/>
              <a:t>3. </a:t>
            </a:r>
            <a:r>
              <a:rPr lang="en-US" b="1" dirty="0" err="1"/>
              <a:t>Phiếu</a:t>
            </a:r>
            <a:r>
              <a:rPr lang="en-US" b="1" dirty="0"/>
              <a:t> </a:t>
            </a:r>
            <a:r>
              <a:rPr lang="en-US" b="1" dirty="0" err="1"/>
              <a:t>xuất</a:t>
            </a:r>
            <a:r>
              <a:rPr lang="en-US" b="1" dirty="0"/>
              <a:t> </a:t>
            </a:r>
            <a:r>
              <a:rPr lang="en-US" b="1" dirty="0" err="1"/>
              <a:t>kho</a:t>
            </a:r>
            <a:r>
              <a:rPr lang="en-US" b="1" dirty="0"/>
              <a:t> Cheng Feng / Cheng Feng </a:t>
            </a:r>
            <a:r>
              <a:rPr lang="en-US" b="1" dirty="0" err="1"/>
              <a:t>出庫單</a:t>
            </a:r>
            <a:endParaRPr lang="en-US" dirty="0"/>
          </a:p>
          <a:p>
            <a:pPr lvl="0"/>
            <a:r>
              <a:rPr lang="en-US" dirty="0" err="1"/>
              <a:t>Chuẩn</a:t>
            </a:r>
            <a:r>
              <a:rPr lang="en-US" dirty="0"/>
              <a:t> </a:t>
            </a:r>
            <a:r>
              <a:rPr lang="en-US" dirty="0" err="1"/>
              <a:t>bị</a:t>
            </a:r>
            <a:r>
              <a:rPr lang="en-US" dirty="0"/>
              <a:t> </a:t>
            </a:r>
            <a:r>
              <a:rPr lang="en-US" dirty="0" err="1"/>
              <a:t>và</a:t>
            </a:r>
            <a:r>
              <a:rPr lang="en-US" dirty="0"/>
              <a:t> </a:t>
            </a:r>
            <a:r>
              <a:rPr lang="en-US" dirty="0" err="1"/>
              <a:t>kiểm</a:t>
            </a:r>
            <a:r>
              <a:rPr lang="en-US" dirty="0"/>
              <a:t> </a:t>
            </a:r>
            <a:r>
              <a:rPr lang="en-US" dirty="0" err="1"/>
              <a:t>tra</a:t>
            </a:r>
            <a:r>
              <a:rPr lang="en-US" dirty="0"/>
              <a:t> </a:t>
            </a:r>
            <a:r>
              <a:rPr lang="en-US" dirty="0" err="1"/>
              <a:t>phiếu</a:t>
            </a:r>
            <a:r>
              <a:rPr lang="en-US" dirty="0"/>
              <a:t> </a:t>
            </a:r>
            <a:r>
              <a:rPr lang="en-US" dirty="0" err="1"/>
              <a:t>xuất</a:t>
            </a:r>
            <a:r>
              <a:rPr lang="en-US" dirty="0"/>
              <a:t> </a:t>
            </a:r>
            <a:r>
              <a:rPr lang="en-US" dirty="0" err="1"/>
              <a:t>kho</a:t>
            </a:r>
            <a:r>
              <a:rPr lang="en-US" dirty="0"/>
              <a:t>, </a:t>
            </a:r>
            <a:r>
              <a:rPr lang="en-US" dirty="0" err="1"/>
              <a:t>gửi</a:t>
            </a:r>
            <a:r>
              <a:rPr lang="en-US" dirty="0"/>
              <a:t> Trương </a:t>
            </a:r>
            <a:r>
              <a:rPr lang="en-US" dirty="0" err="1"/>
              <a:t>Tổng</a:t>
            </a:r>
            <a:r>
              <a:rPr lang="en-US" dirty="0"/>
              <a:t> </a:t>
            </a:r>
            <a:r>
              <a:rPr lang="en-US" dirty="0" err="1"/>
              <a:t>đề</a:t>
            </a:r>
            <a:r>
              <a:rPr lang="en-US" dirty="0"/>
              <a:t> </a:t>
            </a:r>
            <a:r>
              <a:rPr lang="en-US" dirty="0" err="1"/>
              <a:t>nghị</a:t>
            </a:r>
            <a:r>
              <a:rPr lang="en-US" dirty="0"/>
              <a:t> </a:t>
            </a:r>
            <a:r>
              <a:rPr lang="en-US" dirty="0" err="1"/>
              <a:t>ký</a:t>
            </a:r>
            <a:r>
              <a:rPr lang="en-US" dirty="0"/>
              <a:t> </a:t>
            </a:r>
            <a:r>
              <a:rPr lang="en-US" dirty="0" err="1"/>
              <a:t>duyệt</a:t>
            </a:r>
            <a:r>
              <a:rPr lang="en-US" dirty="0"/>
              <a:t> </a:t>
            </a:r>
            <a:r>
              <a:rPr lang="en-US" dirty="0" err="1"/>
              <a:t>để</a:t>
            </a:r>
            <a:r>
              <a:rPr lang="en-US" dirty="0"/>
              <a:t> </a:t>
            </a:r>
            <a:r>
              <a:rPr lang="en-US" dirty="0" err="1"/>
              <a:t>hoàn</a:t>
            </a:r>
            <a:r>
              <a:rPr lang="en-US" dirty="0"/>
              <a:t> </a:t>
            </a:r>
            <a:r>
              <a:rPr lang="en-US" dirty="0" err="1"/>
              <a:t>thiện</a:t>
            </a:r>
            <a:r>
              <a:rPr lang="en-US" dirty="0"/>
              <a:t> </a:t>
            </a:r>
            <a:r>
              <a:rPr lang="en-US" dirty="0" err="1"/>
              <a:t>hồ</a:t>
            </a:r>
            <a:r>
              <a:rPr lang="en-US" dirty="0"/>
              <a:t> </a:t>
            </a:r>
            <a:r>
              <a:rPr lang="en-US" dirty="0" err="1"/>
              <a:t>sơ</a:t>
            </a:r>
            <a:r>
              <a:rPr lang="en-US" dirty="0"/>
              <a:t> </a:t>
            </a:r>
            <a:r>
              <a:rPr lang="en-US" dirty="0" err="1"/>
              <a:t>giao</a:t>
            </a:r>
            <a:r>
              <a:rPr lang="en-US" dirty="0"/>
              <a:t> </a:t>
            </a:r>
            <a:r>
              <a:rPr lang="en-US" dirty="0" err="1"/>
              <a:t>nhận</a:t>
            </a:r>
            <a:r>
              <a:rPr lang="en-US" dirty="0"/>
              <a:t>.</a:t>
            </a:r>
          </a:p>
          <a:p>
            <a:pPr lvl="0"/>
            <a:r>
              <a:rPr lang="en-US" dirty="0" err="1"/>
              <a:t>準備並核對</a:t>
            </a:r>
            <a:r>
              <a:rPr lang="en-US" dirty="0"/>
              <a:t> Cheng Feng </a:t>
            </a:r>
            <a:r>
              <a:rPr lang="en-US" dirty="0" err="1"/>
              <a:t>出庫單，提交張總簽核，以完善相關出貨文件</a:t>
            </a:r>
            <a:r>
              <a:rPr lang="en-US" dirty="0"/>
              <a:t>。</a:t>
            </a:r>
          </a:p>
          <a:p>
            <a:r>
              <a:rPr lang="en-US" b="1" dirty="0"/>
              <a:t>4. Theo </a:t>
            </a:r>
            <a:r>
              <a:rPr lang="en-US" b="1" dirty="0" err="1"/>
              <a:t>dõi</a:t>
            </a:r>
            <a:r>
              <a:rPr lang="en-US" b="1" dirty="0"/>
              <a:t> DFV / DFV </a:t>
            </a:r>
            <a:r>
              <a:rPr lang="en-US" b="1" dirty="0" err="1"/>
              <a:t>後續處理</a:t>
            </a:r>
            <a:endParaRPr lang="en-US" dirty="0"/>
          </a:p>
          <a:p>
            <a:pPr lvl="0"/>
            <a:r>
              <a:rPr lang="en-US" dirty="0" err="1"/>
              <a:t>Tiếp</a:t>
            </a:r>
            <a:r>
              <a:rPr lang="en-US" dirty="0"/>
              <a:t> </a:t>
            </a:r>
            <a:r>
              <a:rPr lang="en-US" dirty="0" err="1"/>
              <a:t>nhận</a:t>
            </a:r>
            <a:r>
              <a:rPr lang="en-US" dirty="0"/>
              <a:t> </a:t>
            </a:r>
            <a:r>
              <a:rPr lang="en-US" dirty="0" err="1"/>
              <a:t>thông</a:t>
            </a:r>
            <a:r>
              <a:rPr lang="en-US" dirty="0"/>
              <a:t> tin </a:t>
            </a:r>
            <a:r>
              <a:rPr lang="en-US" dirty="0" err="1"/>
              <a:t>cấp</a:t>
            </a:r>
            <a:r>
              <a:rPr lang="en-US" dirty="0"/>
              <a:t> </a:t>
            </a:r>
            <a:r>
              <a:rPr lang="en-US" dirty="0" err="1"/>
              <a:t>trên</a:t>
            </a:r>
            <a:r>
              <a:rPr lang="en-US" dirty="0"/>
              <a:t> </a:t>
            </a:r>
            <a:r>
              <a:rPr lang="en-US" dirty="0" err="1"/>
              <a:t>đã</a:t>
            </a:r>
            <a:r>
              <a:rPr lang="en-US" dirty="0"/>
              <a:t> </a:t>
            </a:r>
            <a:r>
              <a:rPr lang="en-US" dirty="0" err="1"/>
              <a:t>ký</a:t>
            </a:r>
            <a:r>
              <a:rPr lang="en-US" dirty="0"/>
              <a:t> </a:t>
            </a:r>
            <a:r>
              <a:rPr lang="en-US" dirty="0" err="1"/>
              <a:t>xác</a:t>
            </a:r>
            <a:r>
              <a:rPr lang="en-US" dirty="0"/>
              <a:t> </a:t>
            </a:r>
            <a:r>
              <a:rPr lang="en-US" dirty="0" err="1"/>
              <a:t>nhận</a:t>
            </a:r>
            <a:r>
              <a:rPr lang="en-US" dirty="0"/>
              <a:t> DFV, </a:t>
            </a:r>
            <a:r>
              <a:rPr lang="en-US" dirty="0" err="1"/>
              <a:t>tiếp</a:t>
            </a:r>
            <a:r>
              <a:rPr lang="en-US" dirty="0"/>
              <a:t> </a:t>
            </a:r>
            <a:r>
              <a:rPr lang="en-US" dirty="0" err="1"/>
              <a:t>tục</a:t>
            </a:r>
            <a:r>
              <a:rPr lang="en-US" dirty="0"/>
              <a:t> </a:t>
            </a:r>
            <a:r>
              <a:rPr lang="en-US" dirty="0" err="1"/>
              <a:t>theo</a:t>
            </a:r>
            <a:r>
              <a:rPr lang="en-US" dirty="0"/>
              <a:t> </a:t>
            </a:r>
            <a:r>
              <a:rPr lang="en-US" dirty="0" err="1"/>
              <a:t>dõi</a:t>
            </a:r>
            <a:r>
              <a:rPr lang="en-US" dirty="0"/>
              <a:t> </a:t>
            </a:r>
            <a:r>
              <a:rPr lang="en-US" dirty="0" err="1"/>
              <a:t>các</a:t>
            </a:r>
            <a:r>
              <a:rPr lang="en-US" dirty="0"/>
              <a:t> </a:t>
            </a:r>
            <a:r>
              <a:rPr lang="en-US" dirty="0" err="1"/>
              <a:t>yêu</a:t>
            </a:r>
            <a:r>
              <a:rPr lang="en-US" dirty="0"/>
              <a:t> </a:t>
            </a:r>
            <a:r>
              <a:rPr lang="en-US" dirty="0" err="1"/>
              <a:t>cầu</a:t>
            </a:r>
            <a:r>
              <a:rPr lang="en-US" dirty="0"/>
              <a:t> </a:t>
            </a:r>
            <a:r>
              <a:rPr lang="en-US" dirty="0" err="1"/>
              <a:t>xử</a:t>
            </a:r>
            <a:r>
              <a:rPr lang="en-US" dirty="0"/>
              <a:t> </a:t>
            </a:r>
            <a:r>
              <a:rPr lang="en-US" dirty="0" err="1"/>
              <a:t>lý</a:t>
            </a:r>
            <a:r>
              <a:rPr lang="en-US" dirty="0"/>
              <a:t>, </a:t>
            </a:r>
            <a:r>
              <a:rPr lang="en-US" dirty="0" err="1"/>
              <a:t>đặc</a:t>
            </a:r>
            <a:r>
              <a:rPr lang="en-US" dirty="0"/>
              <a:t> </a:t>
            </a:r>
            <a:r>
              <a:rPr lang="en-US" dirty="0" err="1"/>
              <a:t>biệt</a:t>
            </a:r>
            <a:r>
              <a:rPr lang="en-US" dirty="0"/>
              <a:t> </a:t>
            </a:r>
            <a:r>
              <a:rPr lang="en-US" dirty="0" err="1"/>
              <a:t>là</a:t>
            </a:r>
            <a:r>
              <a:rPr lang="en-US" dirty="0"/>
              <a:t> email </a:t>
            </a:r>
            <a:r>
              <a:rPr lang="en-US" dirty="0" err="1"/>
              <a:t>liên</a:t>
            </a:r>
            <a:r>
              <a:rPr lang="en-US" dirty="0"/>
              <a:t> </a:t>
            </a:r>
            <a:r>
              <a:rPr lang="en-US" dirty="0" err="1"/>
              <a:t>quan</a:t>
            </a:r>
            <a:r>
              <a:rPr lang="en-US" dirty="0"/>
              <a:t> </a:t>
            </a:r>
            <a:r>
              <a:rPr lang="en-US" dirty="0" err="1"/>
              <a:t>đến</a:t>
            </a:r>
            <a:r>
              <a:rPr lang="en-US" dirty="0"/>
              <a:t> </a:t>
            </a:r>
            <a:r>
              <a:rPr lang="en-US" dirty="0" err="1"/>
              <a:t>đóng</a:t>
            </a:r>
            <a:r>
              <a:rPr lang="en-US" dirty="0"/>
              <a:t> </a:t>
            </a:r>
            <a:r>
              <a:rPr lang="en-US" dirty="0" err="1"/>
              <a:t>hàng</a:t>
            </a:r>
            <a:r>
              <a:rPr lang="en-US" dirty="0"/>
              <a:t> </a:t>
            </a:r>
            <a:r>
              <a:rPr lang="en-US" dirty="0" err="1"/>
              <a:t>loạt</a:t>
            </a:r>
            <a:r>
              <a:rPr lang="en-US" dirty="0"/>
              <a:t> </a:t>
            </a:r>
            <a:r>
              <a:rPr lang="en-US" dirty="0" err="1"/>
              <a:t>công</a:t>
            </a:r>
            <a:r>
              <a:rPr lang="en-US" dirty="0"/>
              <a:t> </a:t>
            </a:r>
            <a:r>
              <a:rPr lang="en-US" dirty="0" err="1"/>
              <a:t>đơn</a:t>
            </a:r>
            <a:r>
              <a:rPr lang="en-US" dirty="0"/>
              <a:t>.</a:t>
            </a:r>
          </a:p>
          <a:p>
            <a:pPr lvl="0"/>
            <a:r>
              <a:rPr lang="en-US" dirty="0" err="1"/>
              <a:t>接獲主管已完成</a:t>
            </a:r>
            <a:r>
              <a:rPr lang="en-US" dirty="0"/>
              <a:t> DFV </a:t>
            </a:r>
            <a:r>
              <a:rPr lang="en-US" dirty="0" err="1"/>
              <a:t>回簽的通知，持續追蹤後續處理要求，特別留意批量結束工單的郵件</a:t>
            </a:r>
            <a:r>
              <a:rPr lang="en-US"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4458970" y="206375"/>
            <a:ext cx="3175635" cy="368300"/>
          </a:xfrm>
          <a:prstGeom prst="rect">
            <a:avLst/>
          </a:prstGeom>
          <a:noFill/>
        </p:spPr>
        <p:txBody>
          <a:bodyPr wrap="square">
            <a:spAutoFit/>
          </a:bodyPr>
          <a:lstStyle/>
          <a:p>
            <a:r>
              <a:rPr lang="en-US" altLang="zh-CN" b="1" dirty="0">
                <a:solidFill>
                  <a:schemeClr val="accent4"/>
                </a:solidFill>
              </a:rPr>
              <a:t>10/09 </a:t>
            </a:r>
            <a:r>
              <a:rPr lang="zh-CN" altLang="en-US" b="1" dirty="0">
                <a:solidFill>
                  <a:schemeClr val="accent4"/>
                </a:solidFill>
              </a:rPr>
              <a:t>当周排程工作结果记录</a:t>
            </a:r>
            <a:endParaRPr lang="en-US" b="1" dirty="0">
              <a:solidFill>
                <a:schemeClr val="accent4"/>
              </a:solidFill>
            </a:endParaRPr>
          </a:p>
        </p:txBody>
      </p:sp>
      <p:sp>
        <p:nvSpPr>
          <p:cNvPr id="3" name="TextBox 2"/>
          <p:cNvSpPr txBox="1"/>
          <p:nvPr/>
        </p:nvSpPr>
        <p:spPr>
          <a:xfrm>
            <a:off x="1" y="1045414"/>
            <a:ext cx="12192000" cy="6463308"/>
          </a:xfrm>
          <a:prstGeom prst="rect">
            <a:avLst/>
          </a:prstGeom>
          <a:noFill/>
        </p:spPr>
        <p:txBody>
          <a:bodyPr wrap="square">
            <a:spAutoFit/>
          </a:bodyPr>
          <a:lstStyle/>
          <a:p>
            <a:r>
              <a:rPr lang="en-US" b="1" dirty="0"/>
              <a:t>1. Theo </a:t>
            </a:r>
            <a:r>
              <a:rPr lang="en-US" b="1" dirty="0" err="1"/>
              <a:t>dõi</a:t>
            </a:r>
            <a:r>
              <a:rPr lang="en-US" b="1" dirty="0"/>
              <a:t> </a:t>
            </a:r>
            <a:r>
              <a:rPr lang="en-US" b="1" dirty="0" err="1"/>
              <a:t>khách</a:t>
            </a:r>
            <a:r>
              <a:rPr lang="en-US" b="1" dirty="0"/>
              <a:t> </a:t>
            </a:r>
            <a:r>
              <a:rPr lang="en-US" b="1" dirty="0" err="1"/>
              <a:t>hàng</a:t>
            </a:r>
            <a:r>
              <a:rPr lang="en-US" b="1" dirty="0"/>
              <a:t> CX / </a:t>
            </a:r>
            <a:r>
              <a:rPr lang="en-US" b="1" dirty="0" err="1"/>
              <a:t>追蹤</a:t>
            </a:r>
            <a:r>
              <a:rPr lang="en-US" b="1" dirty="0"/>
              <a:t> CX </a:t>
            </a:r>
            <a:r>
              <a:rPr lang="en-US" b="1" dirty="0" err="1"/>
              <a:t>客戶需求</a:t>
            </a:r>
            <a:r>
              <a:rPr lang="en-US" b="1" dirty="0"/>
              <a:t> </a:t>
            </a:r>
            <a:r>
              <a:rPr lang="en-US" dirty="0" err="1"/>
              <a:t>Khách</a:t>
            </a:r>
            <a:r>
              <a:rPr lang="en-US" dirty="0"/>
              <a:t> </a:t>
            </a:r>
            <a:r>
              <a:rPr lang="en-US" dirty="0" err="1"/>
              <a:t>hàng</a:t>
            </a:r>
            <a:r>
              <a:rPr lang="en-US" dirty="0"/>
              <a:t> </a:t>
            </a:r>
            <a:r>
              <a:rPr lang="en-US" dirty="0" err="1"/>
              <a:t>tiếp</a:t>
            </a:r>
            <a:r>
              <a:rPr lang="en-US" dirty="0"/>
              <a:t> </a:t>
            </a:r>
            <a:r>
              <a:rPr lang="en-US" dirty="0" err="1"/>
              <a:t>tục</a:t>
            </a:r>
            <a:r>
              <a:rPr lang="en-US" dirty="0"/>
              <a:t> </a:t>
            </a:r>
            <a:r>
              <a:rPr lang="en-US" dirty="0" err="1"/>
              <a:t>thúc</a:t>
            </a:r>
            <a:r>
              <a:rPr lang="en-US" dirty="0"/>
              <a:t> </a:t>
            </a:r>
            <a:r>
              <a:rPr lang="en-US" dirty="0" err="1"/>
              <a:t>giục</a:t>
            </a:r>
            <a:r>
              <a:rPr lang="en-US" dirty="0"/>
              <a:t> </a:t>
            </a:r>
            <a:r>
              <a:rPr lang="en-US" dirty="0" err="1"/>
              <a:t>giao</a:t>
            </a:r>
            <a:r>
              <a:rPr lang="en-US" dirty="0"/>
              <a:t> </a:t>
            </a:r>
            <a:r>
              <a:rPr lang="en-US" dirty="0" err="1"/>
              <a:t>lại</a:t>
            </a:r>
            <a:r>
              <a:rPr lang="en-US" dirty="0"/>
              <a:t> </a:t>
            </a:r>
            <a:r>
              <a:rPr lang="en-US" dirty="0" err="1"/>
              <a:t>biên</a:t>
            </a:r>
            <a:r>
              <a:rPr lang="en-US" dirty="0"/>
              <a:t> </a:t>
            </a:r>
            <a:r>
              <a:rPr lang="en-US" dirty="0" err="1"/>
              <a:t>bản</a:t>
            </a:r>
            <a:r>
              <a:rPr lang="en-US" dirty="0"/>
              <a:t> </a:t>
            </a:r>
            <a:r>
              <a:rPr lang="en-US" dirty="0" err="1"/>
              <a:t>nghiệm</a:t>
            </a:r>
            <a:r>
              <a:rPr lang="en-US" dirty="0"/>
              <a:t> </a:t>
            </a:r>
            <a:r>
              <a:rPr lang="en-US" dirty="0" err="1"/>
              <a:t>thu</a:t>
            </a:r>
            <a:r>
              <a:rPr lang="en-US" dirty="0"/>
              <a:t> </a:t>
            </a:r>
            <a:r>
              <a:rPr lang="en-US" dirty="0" err="1"/>
              <a:t>để</a:t>
            </a:r>
            <a:r>
              <a:rPr lang="en-US" dirty="0"/>
              <a:t> </a:t>
            </a:r>
            <a:r>
              <a:rPr lang="en-US" dirty="0" err="1"/>
              <a:t>tiến</a:t>
            </a:r>
            <a:r>
              <a:rPr lang="en-US" dirty="0"/>
              <a:t> </a:t>
            </a:r>
            <a:r>
              <a:rPr lang="en-US" dirty="0" err="1"/>
              <a:t>hành</a:t>
            </a:r>
            <a:r>
              <a:rPr lang="en-US" dirty="0"/>
              <a:t> </a:t>
            </a:r>
            <a:r>
              <a:rPr lang="en-US" dirty="0" err="1"/>
              <a:t>lập</a:t>
            </a:r>
            <a:r>
              <a:rPr lang="en-US" dirty="0"/>
              <a:t> </a:t>
            </a:r>
            <a:r>
              <a:rPr lang="en-US" dirty="0" err="1"/>
              <a:t>hồ</a:t>
            </a:r>
            <a:r>
              <a:rPr lang="en-US" dirty="0"/>
              <a:t> </a:t>
            </a:r>
            <a:r>
              <a:rPr lang="en-US" dirty="0" err="1"/>
              <a:t>sơ</a:t>
            </a:r>
            <a:r>
              <a:rPr lang="en-US" dirty="0"/>
              <a:t> </a:t>
            </a:r>
            <a:r>
              <a:rPr lang="en-US" dirty="0" err="1"/>
              <a:t>thanh</a:t>
            </a:r>
            <a:r>
              <a:rPr lang="en-US" dirty="0"/>
              <a:t> </a:t>
            </a:r>
            <a:r>
              <a:rPr lang="en-US" dirty="0" err="1"/>
              <a:t>toán</a:t>
            </a:r>
            <a:r>
              <a:rPr lang="en-US" dirty="0"/>
              <a:t>. Báo </a:t>
            </a:r>
            <a:r>
              <a:rPr lang="en-US" dirty="0" err="1"/>
              <a:t>cáo</a:t>
            </a:r>
            <a:r>
              <a:rPr lang="en-US" dirty="0"/>
              <a:t> </a:t>
            </a:r>
            <a:r>
              <a:rPr lang="en-US" dirty="0" err="1"/>
              <a:t>tình</a:t>
            </a:r>
            <a:r>
              <a:rPr lang="en-US" dirty="0"/>
              <a:t> </a:t>
            </a:r>
            <a:r>
              <a:rPr lang="en-US" dirty="0" err="1"/>
              <a:t>trạng</a:t>
            </a:r>
            <a:r>
              <a:rPr lang="en-US" dirty="0"/>
              <a:t> </a:t>
            </a:r>
            <a:r>
              <a:rPr lang="en-US" dirty="0" err="1"/>
              <a:t>này</a:t>
            </a:r>
            <a:r>
              <a:rPr lang="en-US" dirty="0"/>
              <a:t> </a:t>
            </a:r>
            <a:r>
              <a:rPr lang="en-US" dirty="0" err="1"/>
              <a:t>với</a:t>
            </a:r>
            <a:r>
              <a:rPr lang="en-US" dirty="0"/>
              <a:t> Trương </a:t>
            </a:r>
            <a:r>
              <a:rPr lang="en-US" dirty="0" err="1"/>
              <a:t>Tổng</a:t>
            </a:r>
            <a:r>
              <a:rPr lang="en-US" dirty="0"/>
              <a:t> </a:t>
            </a:r>
            <a:r>
              <a:rPr lang="en-US" dirty="0" err="1"/>
              <a:t>và</a:t>
            </a:r>
            <a:r>
              <a:rPr lang="en-US" dirty="0"/>
              <a:t> </a:t>
            </a:r>
            <a:r>
              <a:rPr lang="en-US" dirty="0" err="1"/>
              <a:t>xin</a:t>
            </a:r>
            <a:r>
              <a:rPr lang="en-US" dirty="0"/>
              <a:t> </a:t>
            </a:r>
            <a:r>
              <a:rPr lang="en-US" dirty="0" err="1"/>
              <a:t>xác</a:t>
            </a:r>
            <a:r>
              <a:rPr lang="en-US" dirty="0"/>
              <a:t> </a:t>
            </a:r>
            <a:r>
              <a:rPr lang="en-US" dirty="0" err="1"/>
              <a:t>nhận</a:t>
            </a:r>
            <a:r>
              <a:rPr lang="en-US" dirty="0"/>
              <a:t> </a:t>
            </a:r>
            <a:r>
              <a:rPr lang="en-US" dirty="0" err="1"/>
              <a:t>hướng</a:t>
            </a:r>
            <a:r>
              <a:rPr lang="en-US" dirty="0"/>
              <a:t> </a:t>
            </a:r>
            <a:r>
              <a:rPr lang="en-US" dirty="0" err="1"/>
              <a:t>xử</a:t>
            </a:r>
            <a:r>
              <a:rPr lang="en-US" dirty="0"/>
              <a:t> </a:t>
            </a:r>
            <a:r>
              <a:rPr lang="en-US" dirty="0" err="1"/>
              <a:t>lý</a:t>
            </a:r>
            <a:r>
              <a:rPr lang="en-US" dirty="0"/>
              <a:t>.</a:t>
            </a:r>
          </a:p>
          <a:p>
            <a:pPr lvl="0"/>
            <a:r>
              <a:rPr lang="en-US" dirty="0"/>
              <a:t>CX </a:t>
            </a:r>
            <a:r>
              <a:rPr lang="en-US" dirty="0" err="1"/>
              <a:t>客戶再次催促提供驗收文件，以便辦理付款申請。已向張總報告相關情況並請示處理方式</a:t>
            </a:r>
            <a:r>
              <a:rPr lang="en-US" dirty="0"/>
              <a:t>。</a:t>
            </a:r>
          </a:p>
          <a:p>
            <a:r>
              <a:rPr lang="en-US" b="1" dirty="0"/>
              <a:t>2. </a:t>
            </a:r>
            <a:r>
              <a:rPr lang="en-US" b="1" dirty="0" err="1"/>
              <a:t>Xác</a:t>
            </a:r>
            <a:r>
              <a:rPr lang="en-US" b="1" dirty="0"/>
              <a:t> </a:t>
            </a:r>
            <a:r>
              <a:rPr lang="en-US" b="1" dirty="0" err="1"/>
              <a:t>nhận</a:t>
            </a:r>
            <a:r>
              <a:rPr lang="en-US" b="1" dirty="0"/>
              <a:t> </a:t>
            </a:r>
            <a:r>
              <a:rPr lang="en-US" b="1" dirty="0" err="1"/>
              <a:t>hồ</a:t>
            </a:r>
            <a:r>
              <a:rPr lang="en-US" b="1" dirty="0"/>
              <a:t> </a:t>
            </a:r>
            <a:r>
              <a:rPr lang="en-US" b="1" dirty="0" err="1"/>
              <a:t>sơ</a:t>
            </a:r>
            <a:r>
              <a:rPr lang="en-US" b="1" dirty="0"/>
              <a:t> </a:t>
            </a:r>
            <a:r>
              <a:rPr lang="en-US" b="1" dirty="0" err="1"/>
              <a:t>nghiệm</a:t>
            </a:r>
            <a:r>
              <a:rPr lang="en-US" b="1" dirty="0"/>
              <a:t> </a:t>
            </a:r>
            <a:r>
              <a:rPr lang="en-US" b="1" dirty="0" err="1"/>
              <a:t>thu</a:t>
            </a:r>
            <a:r>
              <a:rPr lang="en-US" b="1" dirty="0"/>
              <a:t> / </a:t>
            </a:r>
            <a:r>
              <a:rPr lang="en-US" b="1" dirty="0" err="1"/>
              <a:t>確認驗收文件版本</a:t>
            </a:r>
            <a:r>
              <a:rPr lang="en-US" b="1" dirty="0"/>
              <a:t> </a:t>
            </a:r>
            <a:r>
              <a:rPr lang="en-US" dirty="0" err="1"/>
              <a:t>Nhận</a:t>
            </a:r>
            <a:r>
              <a:rPr lang="en-US" dirty="0"/>
              <a:t> </a:t>
            </a:r>
            <a:r>
              <a:rPr lang="en-US" dirty="0" err="1"/>
              <a:t>chỉ</a:t>
            </a:r>
            <a:r>
              <a:rPr lang="en-US" dirty="0"/>
              <a:t> </a:t>
            </a:r>
            <a:r>
              <a:rPr lang="en-US" dirty="0" err="1"/>
              <a:t>đạo</a:t>
            </a:r>
            <a:r>
              <a:rPr lang="en-US" dirty="0"/>
              <a:t> </a:t>
            </a:r>
            <a:r>
              <a:rPr lang="en-US" dirty="0" err="1"/>
              <a:t>sử</a:t>
            </a:r>
            <a:r>
              <a:rPr lang="en-US" dirty="0"/>
              <a:t> </a:t>
            </a:r>
            <a:r>
              <a:rPr lang="en-US" dirty="0" err="1"/>
              <a:t>dụng</a:t>
            </a:r>
            <a:r>
              <a:rPr lang="en-US" dirty="0"/>
              <a:t> </a:t>
            </a:r>
            <a:r>
              <a:rPr lang="en-US" dirty="0" err="1"/>
              <a:t>bản</a:t>
            </a:r>
            <a:r>
              <a:rPr lang="en-US" dirty="0"/>
              <a:t> </a:t>
            </a:r>
            <a:r>
              <a:rPr lang="en-US" dirty="0" err="1"/>
              <a:t>nghiệm</a:t>
            </a:r>
            <a:r>
              <a:rPr lang="en-US" dirty="0"/>
              <a:t> </a:t>
            </a:r>
            <a:r>
              <a:rPr lang="en-US" dirty="0" err="1"/>
              <a:t>thu</a:t>
            </a:r>
            <a:r>
              <a:rPr lang="en-US" dirty="0"/>
              <a:t> </a:t>
            </a:r>
            <a:r>
              <a:rPr lang="en-US" dirty="0" err="1"/>
              <a:t>gốc</a:t>
            </a:r>
            <a:r>
              <a:rPr lang="en-US" dirty="0"/>
              <a:t> </a:t>
            </a:r>
            <a:r>
              <a:rPr lang="en-US" dirty="0" err="1"/>
              <a:t>đã</a:t>
            </a:r>
            <a:r>
              <a:rPr lang="en-US" dirty="0"/>
              <a:t> </a:t>
            </a:r>
            <a:r>
              <a:rPr lang="en-US" dirty="0" err="1"/>
              <a:t>ký</a:t>
            </a:r>
            <a:r>
              <a:rPr lang="en-US" dirty="0"/>
              <a:t> </a:t>
            </a:r>
            <a:r>
              <a:rPr lang="en-US" dirty="0" err="1"/>
              <a:t>và</a:t>
            </a:r>
            <a:r>
              <a:rPr lang="en-US" dirty="0"/>
              <a:t> </a:t>
            </a:r>
            <a:r>
              <a:rPr lang="en-US" dirty="0" err="1"/>
              <a:t>đóng</a:t>
            </a:r>
            <a:r>
              <a:rPr lang="en-US" dirty="0"/>
              <a:t> </a:t>
            </a:r>
            <a:r>
              <a:rPr lang="en-US" dirty="0" err="1"/>
              <a:t>dấu</a:t>
            </a:r>
            <a:r>
              <a:rPr lang="en-US" dirty="0"/>
              <a:t>, </a:t>
            </a:r>
            <a:r>
              <a:rPr lang="en-US" dirty="0" err="1"/>
              <a:t>thay</a:t>
            </a:r>
            <a:r>
              <a:rPr lang="en-US" dirty="0"/>
              <a:t> </a:t>
            </a:r>
            <a:r>
              <a:rPr lang="en-US" dirty="0" err="1"/>
              <a:t>vì</a:t>
            </a:r>
            <a:r>
              <a:rPr lang="en-US" dirty="0"/>
              <a:t> </a:t>
            </a:r>
            <a:r>
              <a:rPr lang="en-US" dirty="0" err="1"/>
              <a:t>sử</a:t>
            </a:r>
            <a:r>
              <a:rPr lang="en-US" dirty="0"/>
              <a:t> </a:t>
            </a:r>
            <a:r>
              <a:rPr lang="en-US" dirty="0" err="1"/>
              <a:t>dụng</a:t>
            </a:r>
            <a:r>
              <a:rPr lang="en-US" dirty="0"/>
              <a:t> </a:t>
            </a:r>
            <a:r>
              <a:rPr lang="en-US" dirty="0" err="1"/>
              <a:t>hai</a:t>
            </a:r>
            <a:r>
              <a:rPr lang="en-US" dirty="0"/>
              <a:t> </a:t>
            </a:r>
            <a:r>
              <a:rPr lang="en-US" dirty="0" err="1"/>
              <a:t>biên</a:t>
            </a:r>
            <a:r>
              <a:rPr lang="en-US" dirty="0"/>
              <a:t> </a:t>
            </a:r>
            <a:r>
              <a:rPr lang="en-US" dirty="0" err="1"/>
              <a:t>bản</a:t>
            </a:r>
            <a:r>
              <a:rPr lang="en-US" dirty="0"/>
              <a:t> </a:t>
            </a:r>
            <a:r>
              <a:rPr lang="en-US" dirty="0" err="1"/>
              <a:t>đã</a:t>
            </a:r>
            <a:r>
              <a:rPr lang="en-US" dirty="0"/>
              <a:t> </a:t>
            </a:r>
            <a:r>
              <a:rPr lang="en-US" dirty="0" err="1"/>
              <a:t>chỉnh</a:t>
            </a:r>
            <a:r>
              <a:rPr lang="en-US" dirty="0"/>
              <a:t> </a:t>
            </a:r>
            <a:r>
              <a:rPr lang="en-US" dirty="0" err="1"/>
              <a:t>sửa</a:t>
            </a:r>
            <a:r>
              <a:rPr lang="en-US" dirty="0"/>
              <a:t> </a:t>
            </a:r>
            <a:r>
              <a:rPr lang="en-US" dirty="0" err="1"/>
              <a:t>và</a:t>
            </a:r>
            <a:r>
              <a:rPr lang="en-US" dirty="0"/>
              <a:t> </a:t>
            </a:r>
            <a:r>
              <a:rPr lang="en-US" dirty="0" err="1"/>
              <a:t>tách</a:t>
            </a:r>
            <a:r>
              <a:rPr lang="en-US" dirty="0"/>
              <a:t> </a:t>
            </a:r>
            <a:r>
              <a:rPr lang="en-US" dirty="0" err="1"/>
              <a:t>ngày</a:t>
            </a:r>
            <a:r>
              <a:rPr lang="en-US" dirty="0"/>
              <a:t>.</a:t>
            </a:r>
          </a:p>
          <a:p>
            <a:pPr lvl="0"/>
            <a:r>
              <a:rPr lang="en-US" dirty="0" err="1"/>
              <a:t>依張總指示，採用原已簽名蓋章的驗收文件，不使用重新整理並分開日期的兩份文件</a:t>
            </a:r>
            <a:r>
              <a:rPr lang="en-US" dirty="0"/>
              <a:t>。</a:t>
            </a:r>
          </a:p>
          <a:p>
            <a:r>
              <a:rPr lang="en-US" b="1" dirty="0"/>
              <a:t>3. </a:t>
            </a:r>
            <a:r>
              <a:rPr lang="en-US" b="1" dirty="0" err="1"/>
              <a:t>Soạn</a:t>
            </a:r>
            <a:r>
              <a:rPr lang="en-US" b="1" dirty="0"/>
              <a:t> email </a:t>
            </a:r>
            <a:r>
              <a:rPr lang="en-US" b="1" dirty="0" err="1"/>
              <a:t>giải</a:t>
            </a:r>
            <a:r>
              <a:rPr lang="en-US" b="1" dirty="0"/>
              <a:t> </a:t>
            </a:r>
            <a:r>
              <a:rPr lang="en-US" b="1" dirty="0" err="1"/>
              <a:t>thích</a:t>
            </a:r>
            <a:r>
              <a:rPr lang="en-US" b="1" dirty="0"/>
              <a:t> </a:t>
            </a:r>
            <a:r>
              <a:rPr lang="en-US" b="1" dirty="0" err="1"/>
              <a:t>cho</a:t>
            </a:r>
            <a:r>
              <a:rPr lang="en-US" b="1" dirty="0"/>
              <a:t> CX / </a:t>
            </a:r>
            <a:r>
              <a:rPr lang="en-US" b="1" dirty="0" err="1"/>
              <a:t>撰寫</a:t>
            </a:r>
            <a:r>
              <a:rPr lang="en-US" b="1" dirty="0"/>
              <a:t> CX </a:t>
            </a:r>
            <a:r>
              <a:rPr lang="en-US" b="1" dirty="0" err="1"/>
              <a:t>日期說明郵件</a:t>
            </a:r>
            <a:r>
              <a:rPr lang="en-US" b="1" dirty="0"/>
              <a:t> </a:t>
            </a:r>
            <a:r>
              <a:rPr lang="en-US" dirty="0" err="1"/>
              <a:t>Chuẩn</a:t>
            </a:r>
            <a:r>
              <a:rPr lang="en-US" dirty="0"/>
              <a:t> </a:t>
            </a:r>
            <a:r>
              <a:rPr lang="en-US" dirty="0" err="1"/>
              <a:t>bị</a:t>
            </a:r>
            <a:r>
              <a:rPr lang="en-US" dirty="0"/>
              <a:t> email song </a:t>
            </a:r>
            <a:r>
              <a:rPr lang="en-US" dirty="0" err="1"/>
              <a:t>ngữ</a:t>
            </a:r>
            <a:r>
              <a:rPr lang="en-US" dirty="0"/>
              <a:t> Việt – Trung </a:t>
            </a:r>
            <a:r>
              <a:rPr lang="en-US" dirty="0" err="1"/>
              <a:t>giải</a:t>
            </a:r>
            <a:r>
              <a:rPr lang="en-US" dirty="0"/>
              <a:t> </a:t>
            </a:r>
            <a:r>
              <a:rPr lang="en-US" dirty="0" err="1"/>
              <a:t>thích</a:t>
            </a:r>
            <a:r>
              <a:rPr lang="en-US" dirty="0"/>
              <a:t> </a:t>
            </a:r>
            <a:r>
              <a:rPr lang="en-US" dirty="0" err="1"/>
              <a:t>ngày</a:t>
            </a:r>
            <a:r>
              <a:rPr lang="en-US" dirty="0"/>
              <a:t> </a:t>
            </a:r>
            <a:r>
              <a:rPr lang="en-US" dirty="0" err="1"/>
              <a:t>hoàn</a:t>
            </a:r>
            <a:r>
              <a:rPr lang="en-US" dirty="0"/>
              <a:t> </a:t>
            </a:r>
            <a:r>
              <a:rPr lang="en-US" dirty="0" err="1"/>
              <a:t>thành</a:t>
            </a:r>
            <a:r>
              <a:rPr lang="en-US" dirty="0"/>
              <a:t> </a:t>
            </a:r>
            <a:r>
              <a:rPr lang="en-US" dirty="0" err="1"/>
              <a:t>lắp</a:t>
            </a:r>
            <a:r>
              <a:rPr lang="en-US" dirty="0"/>
              <a:t> </a:t>
            </a:r>
            <a:r>
              <a:rPr lang="en-US" dirty="0" err="1"/>
              <a:t>đặt</a:t>
            </a:r>
            <a:r>
              <a:rPr lang="en-US" dirty="0"/>
              <a:t>, </a:t>
            </a:r>
            <a:r>
              <a:rPr lang="en-US" dirty="0" err="1"/>
              <a:t>kiểm</a:t>
            </a:r>
            <a:r>
              <a:rPr lang="en-US" dirty="0"/>
              <a:t> </a:t>
            </a:r>
            <a:r>
              <a:rPr lang="en-US" dirty="0" err="1"/>
              <a:t>tra</a:t>
            </a:r>
            <a:r>
              <a:rPr lang="en-US" dirty="0"/>
              <a:t> </a:t>
            </a:r>
            <a:r>
              <a:rPr lang="en-US" dirty="0" err="1"/>
              <a:t>kỹ</a:t>
            </a:r>
            <a:r>
              <a:rPr lang="en-US" dirty="0"/>
              <a:t> </a:t>
            </a:r>
            <a:r>
              <a:rPr lang="en-US" dirty="0" err="1"/>
              <a:t>thuật</a:t>
            </a:r>
            <a:r>
              <a:rPr lang="en-US" dirty="0"/>
              <a:t> </a:t>
            </a:r>
            <a:r>
              <a:rPr lang="en-US" dirty="0" err="1"/>
              <a:t>thực</a:t>
            </a:r>
            <a:r>
              <a:rPr lang="en-US" dirty="0"/>
              <a:t> </a:t>
            </a:r>
            <a:r>
              <a:rPr lang="en-US" dirty="0" err="1"/>
              <a:t>tế</a:t>
            </a:r>
            <a:r>
              <a:rPr lang="en-US" dirty="0"/>
              <a:t> </a:t>
            </a:r>
            <a:r>
              <a:rPr lang="en-US" dirty="0" err="1"/>
              <a:t>là</a:t>
            </a:r>
            <a:r>
              <a:rPr lang="en-US" dirty="0"/>
              <a:t> 04/03/2026; </a:t>
            </a:r>
            <a:r>
              <a:rPr lang="en-US" dirty="0" err="1"/>
              <a:t>hồ</a:t>
            </a:r>
            <a:r>
              <a:rPr lang="en-US" dirty="0"/>
              <a:t> </a:t>
            </a:r>
            <a:r>
              <a:rPr lang="en-US" dirty="0" err="1"/>
              <a:t>sơ</a:t>
            </a:r>
            <a:r>
              <a:rPr lang="en-US" dirty="0"/>
              <a:t> </a:t>
            </a:r>
            <a:r>
              <a:rPr lang="en-US" dirty="0" err="1"/>
              <a:t>xác</a:t>
            </a:r>
            <a:r>
              <a:rPr lang="en-US" dirty="0"/>
              <a:t> </a:t>
            </a:r>
            <a:r>
              <a:rPr lang="en-US" dirty="0" err="1"/>
              <a:t>nhận</a:t>
            </a:r>
            <a:r>
              <a:rPr lang="en-US" dirty="0"/>
              <a:t> </a:t>
            </a:r>
            <a:r>
              <a:rPr lang="en-US" dirty="0" err="1"/>
              <a:t>được</a:t>
            </a:r>
            <a:r>
              <a:rPr lang="en-US" dirty="0"/>
              <a:t> </a:t>
            </a:r>
            <a:r>
              <a:rPr lang="en-US" dirty="0" err="1"/>
              <a:t>lập</a:t>
            </a:r>
            <a:r>
              <a:rPr lang="en-US" dirty="0"/>
              <a:t> </a:t>
            </a:r>
            <a:r>
              <a:rPr lang="en-US" dirty="0" err="1"/>
              <a:t>vào</a:t>
            </a:r>
            <a:r>
              <a:rPr lang="en-US" dirty="0"/>
              <a:t> </a:t>
            </a:r>
            <a:r>
              <a:rPr lang="en-US" dirty="0" err="1"/>
              <a:t>tháng</a:t>
            </a:r>
            <a:r>
              <a:rPr lang="en-US" dirty="0"/>
              <a:t> 10/2026 do </a:t>
            </a:r>
            <a:r>
              <a:rPr lang="en-US" dirty="0" err="1"/>
              <a:t>quá</a:t>
            </a:r>
            <a:r>
              <a:rPr lang="en-US" dirty="0"/>
              <a:t> </a:t>
            </a:r>
            <a:r>
              <a:rPr lang="en-US" dirty="0" err="1"/>
              <a:t>trình</a:t>
            </a:r>
            <a:r>
              <a:rPr lang="en-US" dirty="0"/>
              <a:t> </a:t>
            </a:r>
            <a:r>
              <a:rPr lang="en-US" dirty="0" err="1"/>
              <a:t>hoàn</a:t>
            </a:r>
            <a:r>
              <a:rPr lang="en-US" dirty="0"/>
              <a:t> </a:t>
            </a:r>
            <a:r>
              <a:rPr lang="en-US" dirty="0" err="1"/>
              <a:t>thiện</a:t>
            </a:r>
            <a:r>
              <a:rPr lang="en-US" dirty="0"/>
              <a:t> </a:t>
            </a:r>
            <a:r>
              <a:rPr lang="en-US" dirty="0" err="1"/>
              <a:t>thủ</a:t>
            </a:r>
            <a:r>
              <a:rPr lang="en-US" dirty="0"/>
              <a:t> </a:t>
            </a:r>
            <a:r>
              <a:rPr lang="en-US" dirty="0" err="1"/>
              <a:t>tục</a:t>
            </a:r>
            <a:r>
              <a:rPr lang="en-US" dirty="0"/>
              <a:t> </a:t>
            </a:r>
            <a:r>
              <a:rPr lang="en-US" dirty="0" err="1"/>
              <a:t>kéo</a:t>
            </a:r>
            <a:r>
              <a:rPr lang="en-US" dirty="0"/>
              <a:t> dài.準備越中雙語郵件，說明實際完成安裝及技術檢查日期為2026年3月4日，因相關確認及文件作業時間較長，於10月份整理確認文件。</a:t>
            </a:r>
          </a:p>
          <a:p>
            <a:r>
              <a:rPr lang="en-US" b="1" dirty="0"/>
              <a:t>4. </a:t>
            </a:r>
            <a:r>
              <a:rPr lang="en-US" b="1" dirty="0" err="1"/>
              <a:t>Kiểm</a:t>
            </a:r>
            <a:r>
              <a:rPr lang="en-US" b="1" dirty="0"/>
              <a:t> </a:t>
            </a:r>
            <a:r>
              <a:rPr lang="en-US" b="1" dirty="0" err="1"/>
              <a:t>tra</a:t>
            </a:r>
            <a:r>
              <a:rPr lang="en-US" b="1" dirty="0"/>
              <a:t> </a:t>
            </a:r>
            <a:r>
              <a:rPr lang="en-US" b="1" dirty="0" err="1"/>
              <a:t>thông</a:t>
            </a:r>
            <a:r>
              <a:rPr lang="en-US" b="1" dirty="0"/>
              <a:t> tin </a:t>
            </a:r>
            <a:r>
              <a:rPr lang="en-US" b="1" dirty="0" err="1"/>
              <a:t>hợp</a:t>
            </a:r>
            <a:r>
              <a:rPr lang="en-US" b="1" dirty="0"/>
              <a:t> </a:t>
            </a:r>
            <a:r>
              <a:rPr lang="en-US" b="1" dirty="0" err="1"/>
              <a:t>đồng</a:t>
            </a:r>
            <a:r>
              <a:rPr lang="en-US" b="1" dirty="0"/>
              <a:t> </a:t>
            </a:r>
            <a:r>
              <a:rPr lang="en-US" b="1" dirty="0" err="1"/>
              <a:t>và</a:t>
            </a:r>
            <a:r>
              <a:rPr lang="en-US" b="1" dirty="0"/>
              <a:t> </a:t>
            </a:r>
            <a:r>
              <a:rPr lang="en-US" b="1" dirty="0" err="1"/>
              <a:t>thanh</a:t>
            </a:r>
            <a:r>
              <a:rPr lang="en-US" b="1" dirty="0"/>
              <a:t> </a:t>
            </a:r>
            <a:r>
              <a:rPr lang="en-US" b="1" dirty="0" err="1"/>
              <a:t>toán</a:t>
            </a:r>
            <a:r>
              <a:rPr lang="en-US" b="1" dirty="0"/>
              <a:t> / </a:t>
            </a:r>
            <a:r>
              <a:rPr lang="en-US" b="1" dirty="0" err="1"/>
              <a:t>核對合約及付款資訊</a:t>
            </a:r>
            <a:r>
              <a:rPr lang="en-US" b="1" dirty="0"/>
              <a:t> </a:t>
            </a:r>
            <a:r>
              <a:rPr lang="en-US" dirty="0" err="1"/>
              <a:t>Rà</a:t>
            </a:r>
            <a:r>
              <a:rPr lang="en-US" dirty="0"/>
              <a:t> </a:t>
            </a:r>
            <a:r>
              <a:rPr lang="en-US" dirty="0" err="1"/>
              <a:t>soát</a:t>
            </a:r>
            <a:r>
              <a:rPr lang="en-US" dirty="0"/>
              <a:t> </a:t>
            </a:r>
            <a:r>
              <a:rPr lang="en-US" dirty="0" err="1"/>
              <a:t>hợp</a:t>
            </a:r>
            <a:r>
              <a:rPr lang="en-US" dirty="0"/>
              <a:t> </a:t>
            </a:r>
            <a:r>
              <a:rPr lang="en-US" dirty="0" err="1"/>
              <a:t>đồng</a:t>
            </a:r>
            <a:r>
              <a:rPr lang="en-US" dirty="0"/>
              <a:t> RFID </a:t>
            </a:r>
            <a:r>
              <a:rPr lang="en-US" dirty="0" err="1"/>
              <a:t>số</a:t>
            </a:r>
            <a:r>
              <a:rPr lang="en-US" dirty="0"/>
              <a:t> HMV151020250001, </a:t>
            </a:r>
            <a:r>
              <a:rPr lang="en-US" dirty="0" err="1"/>
              <a:t>ký</a:t>
            </a:r>
            <a:r>
              <a:rPr lang="en-US" dirty="0"/>
              <a:t> </a:t>
            </a:r>
            <a:r>
              <a:rPr lang="en-US" dirty="0" err="1"/>
              <a:t>ngày</a:t>
            </a:r>
            <a:r>
              <a:rPr lang="en-US" dirty="0"/>
              <a:t> 09/12/2025, </a:t>
            </a:r>
            <a:r>
              <a:rPr lang="en-US" dirty="0" err="1"/>
              <a:t>tổng</a:t>
            </a:r>
            <a:r>
              <a:rPr lang="en-US" dirty="0"/>
              <a:t> </a:t>
            </a:r>
            <a:r>
              <a:rPr lang="en-US" dirty="0" err="1"/>
              <a:t>giá</a:t>
            </a:r>
            <a:r>
              <a:rPr lang="en-US" dirty="0"/>
              <a:t> </a:t>
            </a:r>
            <a:r>
              <a:rPr lang="en-US" dirty="0" err="1"/>
              <a:t>trị</a:t>
            </a:r>
            <a:r>
              <a:rPr lang="en-US" dirty="0"/>
              <a:t> 234.000.000 VNĐ; </a:t>
            </a:r>
            <a:r>
              <a:rPr lang="en-US" dirty="0" err="1"/>
              <a:t>xác</a:t>
            </a:r>
            <a:r>
              <a:rPr lang="en-US" dirty="0"/>
              <a:t> </a:t>
            </a:r>
            <a:r>
              <a:rPr lang="en-US" dirty="0" err="1"/>
              <a:t>nhận</a:t>
            </a:r>
            <a:r>
              <a:rPr lang="en-US" dirty="0"/>
              <a:t> </a:t>
            </a:r>
            <a:r>
              <a:rPr lang="en-US" dirty="0" err="1"/>
              <a:t>giá</a:t>
            </a:r>
            <a:r>
              <a:rPr lang="en-US" dirty="0"/>
              <a:t> </a:t>
            </a:r>
            <a:r>
              <a:rPr lang="en-US" dirty="0" err="1"/>
              <a:t>trị</a:t>
            </a:r>
            <a:r>
              <a:rPr lang="en-US" dirty="0"/>
              <a:t> </a:t>
            </a:r>
            <a:r>
              <a:rPr lang="en-US" dirty="0" err="1"/>
              <a:t>thanh</a:t>
            </a:r>
            <a:r>
              <a:rPr lang="en-US" dirty="0"/>
              <a:t> </a:t>
            </a:r>
            <a:r>
              <a:rPr lang="en-US" dirty="0" err="1"/>
              <a:t>toán</a:t>
            </a:r>
            <a:r>
              <a:rPr lang="en-US" dirty="0"/>
              <a:t> </a:t>
            </a:r>
            <a:r>
              <a:rPr lang="en-US" dirty="0" err="1"/>
              <a:t>đợt</a:t>
            </a:r>
            <a:r>
              <a:rPr lang="en-US" dirty="0"/>
              <a:t> 2 </a:t>
            </a:r>
            <a:r>
              <a:rPr lang="en-US" dirty="0" err="1"/>
              <a:t>là</a:t>
            </a:r>
            <a:r>
              <a:rPr lang="en-US" dirty="0"/>
              <a:t> 40%, </a:t>
            </a:r>
            <a:r>
              <a:rPr lang="en-US" dirty="0" err="1"/>
              <a:t>tương</a:t>
            </a:r>
            <a:r>
              <a:rPr lang="en-US" dirty="0"/>
              <a:t> </a:t>
            </a:r>
            <a:r>
              <a:rPr lang="en-US" dirty="0" err="1"/>
              <a:t>đương</a:t>
            </a:r>
            <a:r>
              <a:rPr lang="en-US" dirty="0"/>
              <a:t> 93.600.000 VNĐ.</a:t>
            </a:r>
          </a:p>
          <a:p>
            <a:pPr lvl="0"/>
            <a:r>
              <a:rPr lang="en-US" dirty="0" err="1"/>
              <a:t>核對</a:t>
            </a:r>
            <a:r>
              <a:rPr lang="en-US" dirty="0"/>
              <a:t> RFID </a:t>
            </a:r>
            <a:r>
              <a:rPr lang="en-US" dirty="0" err="1"/>
              <a:t>專案合約</a:t>
            </a:r>
            <a:r>
              <a:rPr lang="en-US" dirty="0"/>
              <a:t> HMV151020250001，簽約日期為2025年12月9日，合約總金額234,000,000越盾，第二期應付款40%，即93,600,000越盾。</a:t>
            </a:r>
          </a:p>
          <a:p>
            <a:r>
              <a:rPr lang="en-US" b="1" dirty="0"/>
              <a:t>5. Theo </a:t>
            </a:r>
            <a:r>
              <a:rPr lang="en-US" b="1" dirty="0" err="1"/>
              <a:t>dõi</a:t>
            </a:r>
            <a:r>
              <a:rPr lang="en-US" b="1" dirty="0"/>
              <a:t> </a:t>
            </a:r>
            <a:r>
              <a:rPr lang="en-US" b="1" dirty="0" err="1"/>
              <a:t>thanh</a:t>
            </a:r>
            <a:r>
              <a:rPr lang="en-US" b="1" dirty="0"/>
              <a:t> </a:t>
            </a:r>
            <a:r>
              <a:rPr lang="en-US" b="1" dirty="0" err="1"/>
              <a:t>toán</a:t>
            </a:r>
            <a:r>
              <a:rPr lang="en-US" b="1" dirty="0"/>
              <a:t> </a:t>
            </a:r>
            <a:r>
              <a:rPr lang="en-US" b="1" dirty="0" err="1"/>
              <a:t>đặt</a:t>
            </a:r>
            <a:r>
              <a:rPr lang="en-US" b="1" dirty="0"/>
              <a:t> </a:t>
            </a:r>
            <a:r>
              <a:rPr lang="en-US" b="1" dirty="0" err="1"/>
              <a:t>cọc</a:t>
            </a:r>
            <a:r>
              <a:rPr lang="en-US" b="1" dirty="0"/>
              <a:t> / </a:t>
            </a:r>
            <a:r>
              <a:rPr lang="en-US" b="1" dirty="0" err="1"/>
              <a:t>追蹤訂金付款</a:t>
            </a:r>
            <a:r>
              <a:rPr lang="en-US" dirty="0" err="1"/>
              <a:t>Cập</a:t>
            </a:r>
            <a:r>
              <a:rPr lang="en-US" dirty="0"/>
              <a:t> </a:t>
            </a:r>
            <a:r>
              <a:rPr lang="en-US" dirty="0" err="1"/>
              <a:t>nhật</a:t>
            </a:r>
            <a:r>
              <a:rPr lang="en-US" dirty="0"/>
              <a:t> </a:t>
            </a:r>
            <a:r>
              <a:rPr lang="en-US" dirty="0" err="1"/>
              <a:t>thông</a:t>
            </a:r>
            <a:r>
              <a:rPr lang="en-US" dirty="0"/>
              <a:t> tin </a:t>
            </a:r>
            <a:r>
              <a:rPr lang="en-US" dirty="0" err="1"/>
              <a:t>khoản</a:t>
            </a:r>
            <a:r>
              <a:rPr lang="en-US" dirty="0"/>
              <a:t> </a:t>
            </a:r>
            <a:r>
              <a:rPr lang="en-US" dirty="0" err="1"/>
              <a:t>đặt</a:t>
            </a:r>
            <a:r>
              <a:rPr lang="en-US" dirty="0"/>
              <a:t> </a:t>
            </a:r>
            <a:r>
              <a:rPr lang="en-US" dirty="0" err="1"/>
              <a:t>cọc</a:t>
            </a:r>
            <a:r>
              <a:rPr lang="en-US" dirty="0"/>
              <a:t> 50% </a:t>
            </a:r>
            <a:r>
              <a:rPr lang="en-US" dirty="0" err="1"/>
              <a:t>đã</a:t>
            </a:r>
            <a:r>
              <a:rPr lang="en-US" dirty="0"/>
              <a:t> </a:t>
            </a:r>
            <a:r>
              <a:rPr lang="en-US" dirty="0" err="1"/>
              <a:t>được</a:t>
            </a:r>
            <a:r>
              <a:rPr lang="en-US" dirty="0"/>
              <a:t> </a:t>
            </a:r>
            <a:r>
              <a:rPr lang="en-US" dirty="0" err="1"/>
              <a:t>thanh</a:t>
            </a:r>
            <a:r>
              <a:rPr lang="en-US" dirty="0"/>
              <a:t> </a:t>
            </a:r>
            <a:r>
              <a:rPr lang="en-US" dirty="0" err="1"/>
              <a:t>toán</a:t>
            </a:r>
            <a:r>
              <a:rPr lang="en-US" dirty="0"/>
              <a:t> </a:t>
            </a:r>
            <a:r>
              <a:rPr lang="en-US" dirty="0" err="1"/>
              <a:t>trong</a:t>
            </a:r>
            <a:r>
              <a:rPr lang="en-US" dirty="0"/>
              <a:t> </a:t>
            </a:r>
            <a:r>
              <a:rPr lang="en-US" dirty="0" err="1"/>
              <a:t>ngày</a:t>
            </a:r>
            <a:r>
              <a:rPr lang="en-US" dirty="0"/>
              <a:t> </a:t>
            </a:r>
            <a:r>
              <a:rPr lang="en-US" dirty="0" err="1"/>
              <a:t>và</a:t>
            </a:r>
            <a:r>
              <a:rPr lang="en-US" dirty="0"/>
              <a:t> </a:t>
            </a:r>
            <a:r>
              <a:rPr lang="en-US" dirty="0" err="1"/>
              <a:t>theo</a:t>
            </a:r>
            <a:r>
              <a:rPr lang="en-US" dirty="0"/>
              <a:t> </a:t>
            </a:r>
            <a:r>
              <a:rPr lang="en-US" dirty="0" err="1"/>
              <a:t>dõi</a:t>
            </a:r>
            <a:r>
              <a:rPr lang="en-US" dirty="0"/>
              <a:t> </a:t>
            </a:r>
            <a:r>
              <a:rPr lang="en-US" dirty="0" err="1"/>
              <a:t>các</a:t>
            </a:r>
            <a:r>
              <a:rPr lang="en-US" dirty="0"/>
              <a:t> </a:t>
            </a:r>
            <a:r>
              <a:rPr lang="en-US" dirty="0" err="1"/>
              <a:t>bước</a:t>
            </a:r>
            <a:r>
              <a:rPr lang="en-US" dirty="0"/>
              <a:t> </a:t>
            </a:r>
            <a:r>
              <a:rPr lang="en-US" dirty="0" err="1"/>
              <a:t>xử</a:t>
            </a:r>
            <a:r>
              <a:rPr lang="en-US" dirty="0"/>
              <a:t> </a:t>
            </a:r>
            <a:r>
              <a:rPr lang="en-US" dirty="0" err="1"/>
              <a:t>lý</a:t>
            </a:r>
            <a:r>
              <a:rPr lang="en-US" dirty="0"/>
              <a:t> </a:t>
            </a:r>
            <a:r>
              <a:rPr lang="en-US" dirty="0" err="1"/>
              <a:t>đơn</a:t>
            </a:r>
            <a:r>
              <a:rPr lang="en-US" dirty="0"/>
              <a:t> </a:t>
            </a:r>
            <a:r>
              <a:rPr lang="en-US" dirty="0" err="1"/>
              <a:t>hàng</a:t>
            </a:r>
            <a:r>
              <a:rPr lang="en-US" dirty="0"/>
              <a:t> </a:t>
            </a:r>
            <a:r>
              <a:rPr lang="en-US" dirty="0" err="1"/>
              <a:t>tiếp</a:t>
            </a:r>
            <a:r>
              <a:rPr lang="en-US" dirty="0"/>
              <a:t> theo.更新當日已支付50%訂金的付款資訊，並追蹤後續訂單處理事項。</a:t>
            </a:r>
          </a:p>
          <a:p>
            <a:r>
              <a:rPr lang="en-US" b="1" dirty="0"/>
              <a:t>6. Phối </a:t>
            </a:r>
            <a:r>
              <a:rPr lang="en-US" b="1" dirty="0" err="1"/>
              <a:t>hợp</a:t>
            </a:r>
            <a:r>
              <a:rPr lang="en-US" b="1" dirty="0"/>
              <a:t> </a:t>
            </a:r>
            <a:r>
              <a:rPr lang="en-US" b="1" dirty="0" err="1"/>
              <a:t>nhân</a:t>
            </a:r>
            <a:r>
              <a:rPr lang="en-US" b="1" dirty="0"/>
              <a:t> </a:t>
            </a:r>
            <a:r>
              <a:rPr lang="en-US" b="1" dirty="0" err="1"/>
              <a:t>sự</a:t>
            </a:r>
            <a:r>
              <a:rPr lang="en-US" b="1" dirty="0"/>
              <a:t> </a:t>
            </a:r>
            <a:r>
              <a:rPr lang="en-US" b="1" dirty="0" err="1"/>
              <a:t>mới</a:t>
            </a:r>
            <a:r>
              <a:rPr lang="en-US" b="1" dirty="0"/>
              <a:t> / </a:t>
            </a:r>
            <a:r>
              <a:rPr lang="en-US" b="1" dirty="0" err="1"/>
              <a:t>新進人員協調</a:t>
            </a:r>
            <a:r>
              <a:rPr lang="en-US" dirty="0" err="1"/>
              <a:t>Cập</a:t>
            </a:r>
            <a:r>
              <a:rPr lang="en-US" dirty="0"/>
              <a:t> </a:t>
            </a:r>
            <a:r>
              <a:rPr lang="en-US" dirty="0" err="1"/>
              <a:t>nhật</a:t>
            </a:r>
            <a:r>
              <a:rPr lang="en-US" dirty="0"/>
              <a:t> </a:t>
            </a:r>
            <a:r>
              <a:rPr lang="en-US" dirty="0" err="1"/>
              <a:t>và</a:t>
            </a:r>
            <a:r>
              <a:rPr lang="en-US" dirty="0"/>
              <a:t> </a:t>
            </a:r>
            <a:r>
              <a:rPr lang="en-US" dirty="0" err="1"/>
              <a:t>báo</a:t>
            </a:r>
            <a:r>
              <a:rPr lang="en-US" dirty="0"/>
              <a:t> </a:t>
            </a:r>
            <a:r>
              <a:rPr lang="en-US" dirty="0" err="1"/>
              <a:t>cáo</a:t>
            </a:r>
            <a:r>
              <a:rPr lang="en-US" dirty="0"/>
              <a:t> Trương </a:t>
            </a:r>
            <a:r>
              <a:rPr lang="en-US" dirty="0" err="1"/>
              <a:t>Tổng</a:t>
            </a:r>
            <a:r>
              <a:rPr lang="en-US" dirty="0"/>
              <a:t> </a:t>
            </a:r>
            <a:r>
              <a:rPr lang="en-US" dirty="0" err="1"/>
              <a:t>về</a:t>
            </a:r>
            <a:r>
              <a:rPr lang="en-US" dirty="0"/>
              <a:t> </a:t>
            </a:r>
            <a:r>
              <a:rPr lang="en-US" dirty="0" err="1"/>
              <a:t>việc</a:t>
            </a:r>
            <a:r>
              <a:rPr lang="en-US" dirty="0"/>
              <a:t> </a:t>
            </a:r>
            <a:r>
              <a:rPr lang="en-US" dirty="0" err="1"/>
              <a:t>ba</a:t>
            </a:r>
            <a:r>
              <a:rPr lang="en-US" dirty="0"/>
              <a:t> </a:t>
            </a:r>
            <a:r>
              <a:rPr lang="en-US" dirty="0" err="1"/>
              <a:t>nhân</a:t>
            </a:r>
            <a:r>
              <a:rPr lang="en-US" dirty="0"/>
              <a:t> </a:t>
            </a:r>
            <a:r>
              <a:rPr lang="en-US" dirty="0" err="1"/>
              <a:t>viên</a:t>
            </a:r>
            <a:r>
              <a:rPr lang="en-US" dirty="0"/>
              <a:t> </a:t>
            </a:r>
            <a:r>
              <a:rPr lang="en-US" dirty="0" err="1"/>
              <a:t>mới</a:t>
            </a:r>
            <a:r>
              <a:rPr lang="en-US" dirty="0"/>
              <a:t> </a:t>
            </a:r>
            <a:r>
              <a:rPr lang="en-US" dirty="0" err="1"/>
              <a:t>đã</a:t>
            </a:r>
            <a:r>
              <a:rPr lang="en-US" dirty="0"/>
              <a:t> </a:t>
            </a:r>
            <a:r>
              <a:rPr lang="en-US" dirty="0" err="1"/>
              <a:t>đến</a:t>
            </a:r>
            <a:r>
              <a:rPr lang="en-US" dirty="0"/>
              <a:t> </a:t>
            </a:r>
            <a:r>
              <a:rPr lang="en-US" dirty="0" err="1"/>
              <a:t>công</a:t>
            </a:r>
            <a:r>
              <a:rPr lang="en-US" dirty="0"/>
              <a:t> ty </a:t>
            </a:r>
            <a:r>
              <a:rPr lang="en-US" dirty="0" err="1"/>
              <a:t>nhận</a:t>
            </a:r>
            <a:r>
              <a:rPr lang="en-US" dirty="0"/>
              <a:t> </a:t>
            </a:r>
            <a:r>
              <a:rPr lang="en-US" dirty="0" err="1"/>
              <a:t>việc</a:t>
            </a:r>
            <a:r>
              <a:rPr lang="en-US" dirty="0"/>
              <a:t>. </a:t>
            </a:r>
            <a:r>
              <a:rPr lang="en-US" dirty="0" err="1"/>
              <a:t>向張總報告三位新進員工已到公司報到上班</a:t>
            </a:r>
            <a:r>
              <a:rPr lang="en-US" dirty="0"/>
              <a:t>。</a:t>
            </a:r>
          </a:p>
          <a:p>
            <a:r>
              <a:rPr lang="en-US" b="1" dirty="0"/>
              <a:t>7. </a:t>
            </a:r>
            <a:r>
              <a:rPr lang="en-US" b="1" dirty="0" err="1"/>
              <a:t>Giới</a:t>
            </a:r>
            <a:r>
              <a:rPr lang="en-US" b="1" dirty="0"/>
              <a:t> </a:t>
            </a:r>
            <a:r>
              <a:rPr lang="en-US" b="1" dirty="0" err="1"/>
              <a:t>thiệu</a:t>
            </a:r>
            <a:r>
              <a:rPr lang="en-US" b="1" dirty="0"/>
              <a:t> </a:t>
            </a:r>
            <a:r>
              <a:rPr lang="en-US" b="1" dirty="0" err="1"/>
              <a:t>công</a:t>
            </a:r>
            <a:r>
              <a:rPr lang="en-US" b="1" dirty="0"/>
              <a:t> </a:t>
            </a:r>
            <a:r>
              <a:rPr lang="en-US" b="1" dirty="0" err="1"/>
              <a:t>việc</a:t>
            </a:r>
            <a:r>
              <a:rPr lang="en-US" b="1" dirty="0"/>
              <a:t> </a:t>
            </a:r>
            <a:r>
              <a:rPr lang="en-US" b="1" dirty="0" err="1"/>
              <a:t>cho</a:t>
            </a:r>
            <a:r>
              <a:rPr lang="en-US" b="1" dirty="0"/>
              <a:t> </a:t>
            </a:r>
            <a:r>
              <a:rPr lang="en-US" b="1" dirty="0" err="1"/>
              <a:t>nhân</a:t>
            </a:r>
            <a:r>
              <a:rPr lang="en-US" b="1" dirty="0"/>
              <a:t> </a:t>
            </a:r>
            <a:r>
              <a:rPr lang="en-US" b="1" dirty="0" err="1"/>
              <a:t>viên</a:t>
            </a:r>
            <a:r>
              <a:rPr lang="en-US" b="1" dirty="0"/>
              <a:t> </a:t>
            </a:r>
            <a:r>
              <a:rPr lang="en-US" b="1" dirty="0" err="1"/>
              <a:t>mới</a:t>
            </a:r>
            <a:r>
              <a:rPr lang="en-US" b="1" dirty="0"/>
              <a:t> / </a:t>
            </a:r>
            <a:r>
              <a:rPr lang="en-US" b="1" dirty="0" err="1"/>
              <a:t>向新進人員介紹工作</a:t>
            </a:r>
            <a:endParaRPr lang="en-US" dirty="0"/>
          </a:p>
          <a:p>
            <a:pPr lvl="0"/>
            <a:r>
              <a:rPr lang="en-US" dirty="0" err="1"/>
              <a:t>Giới</a:t>
            </a:r>
            <a:r>
              <a:rPr lang="en-US" dirty="0"/>
              <a:t> </a:t>
            </a:r>
            <a:r>
              <a:rPr lang="en-US" dirty="0" err="1"/>
              <a:t>thiệu</a:t>
            </a:r>
            <a:r>
              <a:rPr lang="en-US" dirty="0"/>
              <a:t> </a:t>
            </a:r>
            <a:r>
              <a:rPr lang="en-US" dirty="0" err="1"/>
              <a:t>sơ</a:t>
            </a:r>
            <a:r>
              <a:rPr lang="en-US" dirty="0"/>
              <a:t> </a:t>
            </a:r>
            <a:r>
              <a:rPr lang="en-US" dirty="0" err="1"/>
              <a:t>bộ</a:t>
            </a:r>
            <a:r>
              <a:rPr lang="en-US" dirty="0"/>
              <a:t> </a:t>
            </a:r>
            <a:r>
              <a:rPr lang="en-US" dirty="0" err="1"/>
              <a:t>về</a:t>
            </a:r>
            <a:r>
              <a:rPr lang="en-US" dirty="0"/>
              <a:t> </a:t>
            </a:r>
            <a:r>
              <a:rPr lang="en-US" dirty="0" err="1"/>
              <a:t>công</a:t>
            </a:r>
            <a:r>
              <a:rPr lang="en-US" dirty="0"/>
              <a:t> </a:t>
            </a:r>
            <a:r>
              <a:rPr lang="en-US" dirty="0" err="1"/>
              <a:t>việc</a:t>
            </a:r>
            <a:r>
              <a:rPr lang="en-US" dirty="0"/>
              <a:t> </a:t>
            </a:r>
            <a:r>
              <a:rPr lang="en-US" dirty="0" err="1"/>
              <a:t>quản</a:t>
            </a:r>
            <a:r>
              <a:rPr lang="en-US" dirty="0"/>
              <a:t> </a:t>
            </a:r>
            <a:r>
              <a:rPr lang="en-US" dirty="0" err="1"/>
              <a:t>lý</a:t>
            </a:r>
            <a:r>
              <a:rPr lang="en-US" dirty="0"/>
              <a:t> </a:t>
            </a:r>
            <a:r>
              <a:rPr lang="en-US" dirty="0" err="1"/>
              <a:t>dự</a:t>
            </a:r>
            <a:r>
              <a:rPr lang="en-US" dirty="0"/>
              <a:t> </a:t>
            </a:r>
            <a:r>
              <a:rPr lang="en-US" dirty="0" err="1"/>
              <a:t>án</a:t>
            </a:r>
            <a:r>
              <a:rPr lang="en-US" dirty="0"/>
              <a:t>, </a:t>
            </a:r>
            <a:r>
              <a:rPr lang="en-US" dirty="0" err="1"/>
              <a:t>quy</a:t>
            </a:r>
            <a:r>
              <a:rPr lang="en-US" dirty="0"/>
              <a:t> </a:t>
            </a:r>
            <a:r>
              <a:rPr lang="en-US" dirty="0" err="1"/>
              <a:t>trình</a:t>
            </a:r>
            <a:r>
              <a:rPr lang="en-US" dirty="0"/>
              <a:t> </a:t>
            </a:r>
            <a:r>
              <a:rPr lang="en-US" dirty="0" err="1"/>
              <a:t>theo</a:t>
            </a:r>
            <a:r>
              <a:rPr lang="en-US" dirty="0"/>
              <a:t> </a:t>
            </a:r>
            <a:r>
              <a:rPr lang="en-US" dirty="0" err="1"/>
              <a:t>dõi</a:t>
            </a:r>
            <a:r>
              <a:rPr lang="en-US" dirty="0"/>
              <a:t> </a:t>
            </a:r>
            <a:r>
              <a:rPr lang="en-US" dirty="0" err="1"/>
              <a:t>hợp</a:t>
            </a:r>
            <a:r>
              <a:rPr lang="en-US" dirty="0"/>
              <a:t> </a:t>
            </a:r>
            <a:r>
              <a:rPr lang="en-US" dirty="0" err="1"/>
              <a:t>đồng</a:t>
            </a:r>
            <a:r>
              <a:rPr lang="en-US" dirty="0"/>
              <a:t>, </a:t>
            </a:r>
            <a:r>
              <a:rPr lang="en-US" dirty="0" err="1"/>
              <a:t>nghiệm</a:t>
            </a:r>
            <a:r>
              <a:rPr lang="en-US" dirty="0"/>
              <a:t> </a:t>
            </a:r>
            <a:r>
              <a:rPr lang="en-US" dirty="0" err="1"/>
              <a:t>thu</a:t>
            </a:r>
            <a:r>
              <a:rPr lang="en-US" dirty="0"/>
              <a:t>, </a:t>
            </a:r>
            <a:r>
              <a:rPr lang="en-US" dirty="0" err="1"/>
              <a:t>mua</a:t>
            </a:r>
            <a:r>
              <a:rPr lang="en-US" dirty="0"/>
              <a:t> </a:t>
            </a:r>
            <a:r>
              <a:rPr lang="en-US" dirty="0" err="1"/>
              <a:t>hàng</a:t>
            </a:r>
            <a:r>
              <a:rPr lang="en-US" dirty="0"/>
              <a:t>, </a:t>
            </a:r>
            <a:r>
              <a:rPr lang="en-US" dirty="0" err="1"/>
              <a:t>giao</a:t>
            </a:r>
            <a:r>
              <a:rPr lang="en-US" dirty="0"/>
              <a:t> </a:t>
            </a:r>
            <a:r>
              <a:rPr lang="en-US" dirty="0" err="1"/>
              <a:t>nhận</a:t>
            </a:r>
            <a:r>
              <a:rPr lang="en-US" dirty="0"/>
              <a:t>, </a:t>
            </a:r>
            <a:r>
              <a:rPr lang="en-US" dirty="0" err="1"/>
              <a:t>công</a:t>
            </a:r>
            <a:r>
              <a:rPr lang="en-US" dirty="0"/>
              <a:t> </a:t>
            </a:r>
            <a:r>
              <a:rPr lang="en-US" dirty="0" err="1"/>
              <a:t>nợ</a:t>
            </a:r>
            <a:r>
              <a:rPr lang="en-US" dirty="0"/>
              <a:t> </a:t>
            </a:r>
            <a:r>
              <a:rPr lang="en-US" dirty="0" err="1"/>
              <a:t>và</a:t>
            </a:r>
            <a:r>
              <a:rPr lang="en-US" dirty="0"/>
              <a:t> </a:t>
            </a:r>
            <a:r>
              <a:rPr lang="en-US" dirty="0" err="1"/>
              <a:t>phối</a:t>
            </a:r>
            <a:r>
              <a:rPr lang="en-US" dirty="0"/>
              <a:t> </a:t>
            </a:r>
            <a:r>
              <a:rPr lang="en-US" dirty="0" err="1"/>
              <a:t>hợp</a:t>
            </a:r>
            <a:r>
              <a:rPr lang="en-US" dirty="0"/>
              <a:t> </a:t>
            </a:r>
            <a:r>
              <a:rPr lang="en-US" dirty="0" err="1"/>
              <a:t>giữa</a:t>
            </a:r>
            <a:r>
              <a:rPr lang="en-US" dirty="0"/>
              <a:t> </a:t>
            </a:r>
            <a:r>
              <a:rPr lang="en-US" dirty="0" err="1"/>
              <a:t>các</a:t>
            </a:r>
            <a:r>
              <a:rPr lang="en-US" dirty="0"/>
              <a:t> </a:t>
            </a:r>
            <a:r>
              <a:rPr lang="en-US" dirty="0" err="1"/>
              <a:t>bộ</a:t>
            </a:r>
            <a:r>
              <a:rPr lang="en-US" dirty="0"/>
              <a:t> </a:t>
            </a:r>
            <a:r>
              <a:rPr lang="en-US" dirty="0" err="1"/>
              <a:t>phận</a:t>
            </a:r>
            <a:r>
              <a:rPr lang="en-US" dirty="0"/>
              <a:t>.</a:t>
            </a:r>
          </a:p>
          <a:p>
            <a:pPr lvl="0"/>
            <a:r>
              <a:rPr lang="en-US" dirty="0" err="1"/>
              <a:t>向新進人員簡介專案管理工作，包括合約追蹤、驗收文件、採購、交貨、應收帳款及跨部門協調流程</a:t>
            </a:r>
            <a:r>
              <a:rPr lang="en-US" dirty="0"/>
              <a:t>。</a:t>
            </a:r>
          </a:p>
          <a:p>
            <a:pPr lvl="0"/>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4458970" y="206375"/>
            <a:ext cx="3175635" cy="368300"/>
          </a:xfrm>
          <a:prstGeom prst="rect">
            <a:avLst/>
          </a:prstGeom>
          <a:noFill/>
        </p:spPr>
        <p:txBody>
          <a:bodyPr wrap="square">
            <a:spAutoFit/>
          </a:bodyPr>
          <a:lstStyle/>
          <a:p>
            <a:r>
              <a:rPr lang="en-US" altLang="zh-CN" b="1" dirty="0">
                <a:solidFill>
                  <a:schemeClr val="accent4"/>
                </a:solidFill>
              </a:rPr>
              <a:t>10/10 </a:t>
            </a:r>
            <a:r>
              <a:rPr lang="zh-CN" altLang="en-US" b="1" dirty="0">
                <a:solidFill>
                  <a:schemeClr val="accent4"/>
                </a:solidFill>
              </a:rPr>
              <a:t>当周排程工作结果记录</a:t>
            </a:r>
            <a:endParaRPr lang="en-US" b="1" dirty="0">
              <a:solidFill>
                <a:schemeClr val="accent4"/>
              </a:solidFill>
            </a:endParaRPr>
          </a:p>
        </p:txBody>
      </p:sp>
      <p:sp>
        <p:nvSpPr>
          <p:cNvPr id="3" name="TextBox 2"/>
          <p:cNvSpPr txBox="1"/>
          <p:nvPr/>
        </p:nvSpPr>
        <p:spPr>
          <a:xfrm>
            <a:off x="167149" y="974694"/>
            <a:ext cx="11906864" cy="3693319"/>
          </a:xfrm>
          <a:prstGeom prst="rect">
            <a:avLst/>
          </a:prstGeom>
          <a:noFill/>
        </p:spPr>
        <p:txBody>
          <a:bodyPr wrap="square">
            <a:spAutoFit/>
          </a:bodyPr>
          <a:lstStyle/>
          <a:p>
            <a:r>
              <a:rPr lang="en-US" b="1" dirty="0"/>
              <a:t>1. Theo </a:t>
            </a:r>
            <a:r>
              <a:rPr lang="en-US" b="1" dirty="0" err="1"/>
              <a:t>dõi</a:t>
            </a:r>
            <a:r>
              <a:rPr lang="en-US" b="1" dirty="0"/>
              <a:t> </a:t>
            </a:r>
            <a:r>
              <a:rPr lang="en-US" b="1" dirty="0" err="1"/>
              <a:t>hồ</a:t>
            </a:r>
            <a:r>
              <a:rPr lang="en-US" b="1" dirty="0"/>
              <a:t> </a:t>
            </a:r>
            <a:r>
              <a:rPr lang="en-US" b="1" dirty="0" err="1"/>
              <a:t>sơ</a:t>
            </a:r>
            <a:r>
              <a:rPr lang="en-US" b="1" dirty="0"/>
              <a:t> CX / </a:t>
            </a:r>
            <a:r>
              <a:rPr lang="en-US" b="1" dirty="0" err="1"/>
              <a:t>追蹤</a:t>
            </a:r>
            <a:r>
              <a:rPr lang="en-US" b="1" dirty="0"/>
              <a:t> CX </a:t>
            </a:r>
            <a:r>
              <a:rPr lang="en-US" b="1" dirty="0" err="1"/>
              <a:t>文件</a:t>
            </a:r>
            <a:endParaRPr lang="en-US" dirty="0"/>
          </a:p>
          <a:p>
            <a:pPr lvl="0"/>
            <a:r>
              <a:rPr lang="en-US" dirty="0" err="1"/>
              <a:t>Tiếp</a:t>
            </a:r>
            <a:r>
              <a:rPr lang="en-US" dirty="0"/>
              <a:t> </a:t>
            </a:r>
            <a:r>
              <a:rPr lang="en-US" dirty="0" err="1"/>
              <a:t>tục</a:t>
            </a:r>
            <a:r>
              <a:rPr lang="en-US" dirty="0"/>
              <a:t> </a:t>
            </a:r>
            <a:r>
              <a:rPr lang="en-US" dirty="0" err="1"/>
              <a:t>kiểm</a:t>
            </a:r>
            <a:r>
              <a:rPr lang="en-US" dirty="0"/>
              <a:t> </a:t>
            </a:r>
            <a:r>
              <a:rPr lang="en-US" dirty="0" err="1"/>
              <a:t>tra</a:t>
            </a:r>
            <a:r>
              <a:rPr lang="en-US" dirty="0"/>
              <a:t> </a:t>
            </a:r>
            <a:r>
              <a:rPr lang="en-US" dirty="0" err="1"/>
              <a:t>tình</a:t>
            </a:r>
            <a:r>
              <a:rPr lang="en-US" dirty="0"/>
              <a:t> </a:t>
            </a:r>
            <a:r>
              <a:rPr lang="en-US" dirty="0" err="1"/>
              <a:t>trạng</a:t>
            </a:r>
            <a:r>
              <a:rPr lang="en-US" dirty="0"/>
              <a:t> </a:t>
            </a:r>
            <a:r>
              <a:rPr lang="en-US" dirty="0" err="1"/>
              <a:t>gửi</a:t>
            </a:r>
            <a:r>
              <a:rPr lang="en-US" dirty="0"/>
              <a:t> </a:t>
            </a:r>
            <a:r>
              <a:rPr lang="en-US" dirty="0" err="1"/>
              <a:t>và</a:t>
            </a:r>
            <a:r>
              <a:rPr lang="en-US" dirty="0"/>
              <a:t> </a:t>
            </a:r>
            <a:r>
              <a:rPr lang="en-US" dirty="0" err="1"/>
              <a:t>tiếp</a:t>
            </a:r>
            <a:r>
              <a:rPr lang="en-US" dirty="0"/>
              <a:t> </a:t>
            </a:r>
            <a:r>
              <a:rPr lang="en-US" dirty="0" err="1"/>
              <a:t>nhận</a:t>
            </a:r>
            <a:r>
              <a:rPr lang="en-US" dirty="0"/>
              <a:t> </a:t>
            </a:r>
            <a:r>
              <a:rPr lang="en-US" dirty="0" err="1"/>
              <a:t>hồ</a:t>
            </a:r>
            <a:r>
              <a:rPr lang="en-US" dirty="0"/>
              <a:t> </a:t>
            </a:r>
            <a:r>
              <a:rPr lang="en-US" dirty="0" err="1"/>
              <a:t>sơ</a:t>
            </a:r>
            <a:r>
              <a:rPr lang="en-US" dirty="0"/>
              <a:t> </a:t>
            </a:r>
            <a:r>
              <a:rPr lang="en-US" dirty="0" err="1"/>
              <a:t>nghiệm</a:t>
            </a:r>
            <a:r>
              <a:rPr lang="en-US" dirty="0"/>
              <a:t> </a:t>
            </a:r>
            <a:r>
              <a:rPr lang="en-US" dirty="0" err="1"/>
              <a:t>thu</a:t>
            </a:r>
            <a:r>
              <a:rPr lang="en-US" dirty="0"/>
              <a:t>, </a:t>
            </a:r>
            <a:r>
              <a:rPr lang="en-US" dirty="0" err="1"/>
              <a:t>theo</a:t>
            </a:r>
            <a:r>
              <a:rPr lang="en-US" dirty="0"/>
              <a:t> </a:t>
            </a:r>
            <a:r>
              <a:rPr lang="en-US" dirty="0" err="1"/>
              <a:t>dõi</a:t>
            </a:r>
            <a:r>
              <a:rPr lang="en-US" dirty="0"/>
              <a:t> </a:t>
            </a:r>
            <a:r>
              <a:rPr lang="en-US" dirty="0" err="1"/>
              <a:t>phản</a:t>
            </a:r>
            <a:r>
              <a:rPr lang="en-US" dirty="0"/>
              <a:t> </a:t>
            </a:r>
            <a:r>
              <a:rPr lang="en-US" dirty="0" err="1"/>
              <a:t>hồi</a:t>
            </a:r>
            <a:r>
              <a:rPr lang="en-US" dirty="0"/>
              <a:t> </a:t>
            </a:r>
            <a:r>
              <a:rPr lang="en-US" dirty="0" err="1"/>
              <a:t>của</a:t>
            </a:r>
            <a:r>
              <a:rPr lang="en-US" dirty="0"/>
              <a:t> </a:t>
            </a:r>
            <a:r>
              <a:rPr lang="en-US" dirty="0" err="1"/>
              <a:t>khách</a:t>
            </a:r>
            <a:r>
              <a:rPr lang="en-US" dirty="0"/>
              <a:t> </a:t>
            </a:r>
            <a:r>
              <a:rPr lang="en-US" dirty="0" err="1"/>
              <a:t>hàng</a:t>
            </a:r>
            <a:r>
              <a:rPr lang="en-US" dirty="0"/>
              <a:t> </a:t>
            </a:r>
            <a:r>
              <a:rPr lang="en-US" dirty="0" err="1"/>
              <a:t>và</a:t>
            </a:r>
            <a:r>
              <a:rPr lang="en-US" dirty="0"/>
              <a:t> </a:t>
            </a:r>
            <a:r>
              <a:rPr lang="en-US" dirty="0" err="1"/>
              <a:t>tiến</a:t>
            </a:r>
            <a:r>
              <a:rPr lang="en-US" dirty="0"/>
              <a:t> </a:t>
            </a:r>
            <a:r>
              <a:rPr lang="en-US" dirty="0" err="1"/>
              <a:t>độ</a:t>
            </a:r>
            <a:r>
              <a:rPr lang="en-US" dirty="0"/>
              <a:t> </a:t>
            </a:r>
            <a:r>
              <a:rPr lang="en-US" dirty="0" err="1"/>
              <a:t>lập</a:t>
            </a:r>
            <a:r>
              <a:rPr lang="en-US" dirty="0"/>
              <a:t> </a:t>
            </a:r>
            <a:r>
              <a:rPr lang="en-US" dirty="0" err="1"/>
              <a:t>thủ</a:t>
            </a:r>
            <a:r>
              <a:rPr lang="en-US" dirty="0"/>
              <a:t> </a:t>
            </a:r>
            <a:r>
              <a:rPr lang="en-US" dirty="0" err="1"/>
              <a:t>tục</a:t>
            </a:r>
            <a:r>
              <a:rPr lang="en-US" dirty="0"/>
              <a:t> </a:t>
            </a:r>
            <a:r>
              <a:rPr lang="en-US" dirty="0" err="1"/>
              <a:t>thanh</a:t>
            </a:r>
            <a:r>
              <a:rPr lang="en-US" dirty="0"/>
              <a:t> </a:t>
            </a:r>
            <a:r>
              <a:rPr lang="en-US" dirty="0" err="1"/>
              <a:t>toán</a:t>
            </a:r>
            <a:r>
              <a:rPr lang="en-US" dirty="0"/>
              <a:t>.</a:t>
            </a:r>
          </a:p>
          <a:p>
            <a:pPr lvl="0"/>
            <a:r>
              <a:rPr lang="en-US" dirty="0" err="1"/>
              <a:t>持續確認驗收文件寄送及收件情況，追蹤客戶回覆與付款申請進度</a:t>
            </a:r>
            <a:r>
              <a:rPr lang="en-US" dirty="0"/>
              <a:t>。</a:t>
            </a:r>
          </a:p>
          <a:p>
            <a:r>
              <a:rPr lang="en-US" b="1" dirty="0"/>
              <a:t>2. Theo </a:t>
            </a:r>
            <a:r>
              <a:rPr lang="en-US" b="1" dirty="0" err="1"/>
              <a:t>dõi</a:t>
            </a:r>
            <a:r>
              <a:rPr lang="en-US" b="1" dirty="0"/>
              <a:t> </a:t>
            </a:r>
            <a:r>
              <a:rPr lang="en-US" b="1" dirty="0" err="1"/>
              <a:t>thanh</a:t>
            </a:r>
            <a:r>
              <a:rPr lang="en-US" b="1" dirty="0"/>
              <a:t> </a:t>
            </a:r>
            <a:r>
              <a:rPr lang="en-US" b="1" dirty="0" err="1"/>
              <a:t>toán</a:t>
            </a:r>
            <a:r>
              <a:rPr lang="en-US" b="1" dirty="0"/>
              <a:t> </a:t>
            </a:r>
            <a:r>
              <a:rPr lang="en-US" b="1" dirty="0" err="1"/>
              <a:t>và</a:t>
            </a:r>
            <a:r>
              <a:rPr lang="en-US" b="1" dirty="0"/>
              <a:t> </a:t>
            </a:r>
            <a:r>
              <a:rPr lang="en-US" b="1" dirty="0" err="1"/>
              <a:t>mua</a:t>
            </a:r>
            <a:r>
              <a:rPr lang="en-US" b="1" dirty="0"/>
              <a:t> </a:t>
            </a:r>
            <a:r>
              <a:rPr lang="en-US" b="1" dirty="0" err="1"/>
              <a:t>hàng</a:t>
            </a:r>
            <a:r>
              <a:rPr lang="en-US" b="1" dirty="0"/>
              <a:t> / </a:t>
            </a:r>
            <a:r>
              <a:rPr lang="en-US" b="1" dirty="0" err="1"/>
              <a:t>付款及採購追蹤</a:t>
            </a:r>
            <a:endParaRPr lang="en-US" dirty="0"/>
          </a:p>
          <a:p>
            <a:pPr lvl="0"/>
            <a:r>
              <a:rPr lang="en-US" dirty="0" err="1"/>
              <a:t>Cập</a:t>
            </a:r>
            <a:r>
              <a:rPr lang="en-US" dirty="0"/>
              <a:t> </a:t>
            </a:r>
            <a:r>
              <a:rPr lang="en-US" dirty="0" err="1"/>
              <a:t>nhật</a:t>
            </a:r>
            <a:r>
              <a:rPr lang="en-US" dirty="0"/>
              <a:t> </a:t>
            </a:r>
            <a:r>
              <a:rPr lang="en-US" dirty="0" err="1"/>
              <a:t>tình</a:t>
            </a:r>
            <a:r>
              <a:rPr lang="en-US" dirty="0"/>
              <a:t> </a:t>
            </a:r>
            <a:r>
              <a:rPr lang="en-US" dirty="0" err="1"/>
              <a:t>trạng</a:t>
            </a:r>
            <a:r>
              <a:rPr lang="en-US" dirty="0"/>
              <a:t> </a:t>
            </a:r>
            <a:r>
              <a:rPr lang="en-US" dirty="0" err="1"/>
              <a:t>các</a:t>
            </a:r>
            <a:r>
              <a:rPr lang="en-US" dirty="0"/>
              <a:t> </a:t>
            </a:r>
            <a:r>
              <a:rPr lang="en-US" dirty="0" err="1"/>
              <a:t>khoản</a:t>
            </a:r>
            <a:r>
              <a:rPr lang="en-US" dirty="0"/>
              <a:t> </a:t>
            </a:r>
            <a:r>
              <a:rPr lang="en-US" dirty="0" err="1"/>
              <a:t>công</a:t>
            </a:r>
            <a:r>
              <a:rPr lang="en-US" dirty="0"/>
              <a:t> </a:t>
            </a:r>
            <a:r>
              <a:rPr lang="en-US" dirty="0" err="1"/>
              <a:t>nợ</a:t>
            </a:r>
            <a:r>
              <a:rPr lang="en-US" dirty="0"/>
              <a:t>, </a:t>
            </a:r>
            <a:r>
              <a:rPr lang="en-US" dirty="0" err="1"/>
              <a:t>thanh</a:t>
            </a:r>
            <a:r>
              <a:rPr lang="en-US" dirty="0"/>
              <a:t> </a:t>
            </a:r>
            <a:r>
              <a:rPr lang="en-US" dirty="0" err="1"/>
              <a:t>toán</a:t>
            </a:r>
            <a:r>
              <a:rPr lang="en-US" dirty="0"/>
              <a:t> </a:t>
            </a:r>
            <a:r>
              <a:rPr lang="en-US" dirty="0" err="1"/>
              <a:t>cho</a:t>
            </a:r>
            <a:r>
              <a:rPr lang="en-US" dirty="0"/>
              <a:t> </a:t>
            </a:r>
            <a:r>
              <a:rPr lang="en-US" dirty="0" err="1"/>
              <a:t>nhà</a:t>
            </a:r>
            <a:r>
              <a:rPr lang="en-US" dirty="0"/>
              <a:t> </a:t>
            </a:r>
            <a:r>
              <a:rPr lang="en-US" dirty="0" err="1"/>
              <a:t>cung</a:t>
            </a:r>
            <a:r>
              <a:rPr lang="en-US" dirty="0"/>
              <a:t> </a:t>
            </a:r>
            <a:r>
              <a:rPr lang="en-US" dirty="0" err="1"/>
              <a:t>cấp</a:t>
            </a:r>
            <a:r>
              <a:rPr lang="en-US" dirty="0"/>
              <a:t>, </a:t>
            </a:r>
            <a:r>
              <a:rPr lang="en-US" dirty="0" err="1"/>
              <a:t>kiểm</a:t>
            </a:r>
            <a:r>
              <a:rPr lang="en-US" dirty="0"/>
              <a:t> </a:t>
            </a:r>
            <a:r>
              <a:rPr lang="en-US" dirty="0" err="1"/>
              <a:t>tra</a:t>
            </a:r>
            <a:r>
              <a:rPr lang="en-US" dirty="0"/>
              <a:t> </a:t>
            </a:r>
            <a:r>
              <a:rPr lang="en-US" dirty="0" err="1"/>
              <a:t>tiến</a:t>
            </a:r>
            <a:r>
              <a:rPr lang="en-US" dirty="0"/>
              <a:t> </a:t>
            </a:r>
            <a:r>
              <a:rPr lang="en-US" dirty="0" err="1"/>
              <a:t>độ</a:t>
            </a:r>
            <a:r>
              <a:rPr lang="en-US" dirty="0"/>
              <a:t> </a:t>
            </a:r>
            <a:r>
              <a:rPr lang="en-US" dirty="0" err="1"/>
              <a:t>giao</a:t>
            </a:r>
            <a:r>
              <a:rPr lang="en-US" dirty="0"/>
              <a:t> </a:t>
            </a:r>
            <a:r>
              <a:rPr lang="en-US" dirty="0" err="1"/>
              <a:t>hàng</a:t>
            </a:r>
            <a:r>
              <a:rPr lang="en-US" dirty="0"/>
              <a:t> </a:t>
            </a:r>
            <a:r>
              <a:rPr lang="en-US" dirty="0" err="1"/>
              <a:t>và</a:t>
            </a:r>
            <a:r>
              <a:rPr lang="en-US" dirty="0"/>
              <a:t> </a:t>
            </a:r>
            <a:r>
              <a:rPr lang="en-US" dirty="0" err="1"/>
              <a:t>các</a:t>
            </a:r>
            <a:r>
              <a:rPr lang="en-US" dirty="0"/>
              <a:t> </a:t>
            </a:r>
            <a:r>
              <a:rPr lang="en-US" dirty="0" err="1"/>
              <a:t>đơn</a:t>
            </a:r>
            <a:r>
              <a:rPr lang="en-US" dirty="0"/>
              <a:t> </a:t>
            </a:r>
            <a:r>
              <a:rPr lang="en-US" dirty="0" err="1"/>
              <a:t>hàng</a:t>
            </a:r>
            <a:r>
              <a:rPr lang="en-US" dirty="0"/>
              <a:t> </a:t>
            </a:r>
            <a:r>
              <a:rPr lang="en-US" dirty="0" err="1"/>
              <a:t>đang</a:t>
            </a:r>
            <a:r>
              <a:rPr lang="en-US" dirty="0"/>
              <a:t> </a:t>
            </a:r>
            <a:r>
              <a:rPr lang="en-US" dirty="0" err="1"/>
              <a:t>thực</a:t>
            </a:r>
            <a:r>
              <a:rPr lang="en-US" dirty="0"/>
              <a:t> </a:t>
            </a:r>
            <a:r>
              <a:rPr lang="en-US" dirty="0" err="1"/>
              <a:t>hiện</a:t>
            </a:r>
            <a:r>
              <a:rPr lang="en-US" dirty="0"/>
              <a:t>.</a:t>
            </a:r>
          </a:p>
          <a:p>
            <a:pPr lvl="0"/>
            <a:r>
              <a:rPr lang="en-US" dirty="0" err="1"/>
              <a:t>更新各專案應收應付款、供應商付款狀況及設備交貨進度</a:t>
            </a:r>
            <a:r>
              <a:rPr lang="en-US" dirty="0"/>
              <a:t>。</a:t>
            </a:r>
          </a:p>
          <a:p>
            <a:r>
              <a:rPr lang="en-US" b="1" dirty="0"/>
              <a:t>3. </a:t>
            </a:r>
            <a:r>
              <a:rPr lang="en-US" b="1" dirty="0" err="1"/>
              <a:t>Tổng</a:t>
            </a:r>
            <a:r>
              <a:rPr lang="en-US" b="1" dirty="0"/>
              <a:t> </a:t>
            </a:r>
            <a:r>
              <a:rPr lang="en-US" b="1" dirty="0" err="1"/>
              <a:t>hợp</a:t>
            </a:r>
            <a:r>
              <a:rPr lang="en-US" b="1" dirty="0"/>
              <a:t> </a:t>
            </a:r>
            <a:r>
              <a:rPr lang="en-US" b="1" dirty="0" err="1"/>
              <a:t>báo</a:t>
            </a:r>
            <a:r>
              <a:rPr lang="en-US" b="1" dirty="0"/>
              <a:t> </a:t>
            </a:r>
            <a:r>
              <a:rPr lang="en-US" b="1" dirty="0" err="1"/>
              <a:t>cáo</a:t>
            </a:r>
            <a:r>
              <a:rPr lang="en-US" b="1" dirty="0"/>
              <a:t> / </a:t>
            </a:r>
            <a:r>
              <a:rPr lang="en-US" b="1" dirty="0" err="1"/>
              <a:t>彙整工作報告</a:t>
            </a:r>
            <a:endParaRPr lang="en-US" dirty="0"/>
          </a:p>
          <a:p>
            <a:pPr lvl="0"/>
            <a:r>
              <a:rPr lang="en-US" dirty="0" err="1"/>
              <a:t>Rà</a:t>
            </a:r>
            <a:r>
              <a:rPr lang="en-US" dirty="0"/>
              <a:t> </a:t>
            </a:r>
            <a:r>
              <a:rPr lang="en-US" dirty="0" err="1"/>
              <a:t>soát</a:t>
            </a:r>
            <a:r>
              <a:rPr lang="en-US" dirty="0"/>
              <a:t> </a:t>
            </a:r>
            <a:r>
              <a:rPr lang="en-US" dirty="0" err="1"/>
              <a:t>các</a:t>
            </a:r>
            <a:r>
              <a:rPr lang="en-US" dirty="0"/>
              <a:t> </a:t>
            </a:r>
            <a:r>
              <a:rPr lang="en-US" dirty="0" err="1"/>
              <a:t>công</a:t>
            </a:r>
            <a:r>
              <a:rPr lang="en-US" dirty="0"/>
              <a:t> </a:t>
            </a:r>
            <a:r>
              <a:rPr lang="en-US" dirty="0" err="1"/>
              <a:t>việc</a:t>
            </a:r>
            <a:r>
              <a:rPr lang="en-US" dirty="0"/>
              <a:t> </a:t>
            </a:r>
            <a:r>
              <a:rPr lang="en-US" dirty="0" err="1"/>
              <a:t>đã</a:t>
            </a:r>
            <a:r>
              <a:rPr lang="en-US" dirty="0"/>
              <a:t> </a:t>
            </a:r>
            <a:r>
              <a:rPr lang="en-US" dirty="0" err="1"/>
              <a:t>thực</a:t>
            </a:r>
            <a:r>
              <a:rPr lang="en-US" dirty="0"/>
              <a:t> </a:t>
            </a:r>
            <a:r>
              <a:rPr lang="en-US" dirty="0" err="1"/>
              <a:t>hiện</a:t>
            </a:r>
            <a:r>
              <a:rPr lang="en-US" dirty="0"/>
              <a:t> </a:t>
            </a:r>
            <a:r>
              <a:rPr lang="en-US" dirty="0" err="1"/>
              <a:t>trong</a:t>
            </a:r>
            <a:r>
              <a:rPr lang="en-US" dirty="0"/>
              <a:t> </a:t>
            </a:r>
            <a:r>
              <a:rPr lang="en-US" dirty="0" err="1"/>
              <a:t>tuần</a:t>
            </a:r>
            <a:r>
              <a:rPr lang="en-US" dirty="0"/>
              <a:t>, </a:t>
            </a:r>
            <a:r>
              <a:rPr lang="en-US" dirty="0" err="1"/>
              <a:t>cập</a:t>
            </a:r>
            <a:r>
              <a:rPr lang="en-US" dirty="0"/>
              <a:t> </a:t>
            </a:r>
            <a:r>
              <a:rPr lang="en-US" dirty="0" err="1"/>
              <a:t>nhật</a:t>
            </a:r>
            <a:r>
              <a:rPr lang="en-US" dirty="0"/>
              <a:t> </a:t>
            </a:r>
            <a:r>
              <a:rPr lang="en-US" dirty="0" err="1"/>
              <a:t>những</a:t>
            </a:r>
            <a:r>
              <a:rPr lang="en-US" dirty="0"/>
              <a:t> </a:t>
            </a:r>
            <a:r>
              <a:rPr lang="en-US" dirty="0" err="1"/>
              <a:t>hạng</a:t>
            </a:r>
            <a:r>
              <a:rPr lang="en-US" dirty="0"/>
              <a:t> </a:t>
            </a:r>
            <a:r>
              <a:rPr lang="en-US" dirty="0" err="1"/>
              <a:t>mục</a:t>
            </a:r>
            <a:r>
              <a:rPr lang="en-US" dirty="0"/>
              <a:t> </a:t>
            </a:r>
            <a:r>
              <a:rPr lang="en-US" dirty="0" err="1"/>
              <a:t>chưa</a:t>
            </a:r>
            <a:r>
              <a:rPr lang="en-US" dirty="0"/>
              <a:t> </a:t>
            </a:r>
            <a:r>
              <a:rPr lang="en-US" dirty="0" err="1"/>
              <a:t>hoàn</a:t>
            </a:r>
            <a:r>
              <a:rPr lang="en-US" dirty="0"/>
              <a:t> </a:t>
            </a:r>
            <a:r>
              <a:rPr lang="en-US" dirty="0" err="1"/>
              <a:t>thành</a:t>
            </a:r>
            <a:r>
              <a:rPr lang="en-US" dirty="0"/>
              <a:t> </a:t>
            </a:r>
            <a:r>
              <a:rPr lang="en-US" dirty="0" err="1"/>
              <a:t>và</a:t>
            </a:r>
            <a:r>
              <a:rPr lang="en-US" dirty="0"/>
              <a:t> </a:t>
            </a:r>
            <a:r>
              <a:rPr lang="en-US" dirty="0" err="1"/>
              <a:t>lập</a:t>
            </a:r>
            <a:r>
              <a:rPr lang="en-US" dirty="0"/>
              <a:t> </a:t>
            </a:r>
            <a:r>
              <a:rPr lang="en-US" dirty="0" err="1"/>
              <a:t>kế</a:t>
            </a:r>
            <a:r>
              <a:rPr lang="en-US" dirty="0"/>
              <a:t> </a:t>
            </a:r>
            <a:r>
              <a:rPr lang="en-US" dirty="0" err="1"/>
              <a:t>hoạch</a:t>
            </a:r>
            <a:r>
              <a:rPr lang="en-US" dirty="0"/>
              <a:t> </a:t>
            </a:r>
            <a:r>
              <a:rPr lang="en-US" dirty="0" err="1"/>
              <a:t>tiếp</a:t>
            </a:r>
            <a:r>
              <a:rPr lang="en-US" dirty="0"/>
              <a:t> </a:t>
            </a:r>
            <a:r>
              <a:rPr lang="en-US" dirty="0" err="1"/>
              <a:t>tục</a:t>
            </a:r>
            <a:r>
              <a:rPr lang="en-US" dirty="0"/>
              <a:t> </a:t>
            </a:r>
            <a:r>
              <a:rPr lang="en-US" dirty="0" err="1"/>
              <a:t>xử</a:t>
            </a:r>
            <a:r>
              <a:rPr lang="en-US" dirty="0"/>
              <a:t> </a:t>
            </a:r>
            <a:r>
              <a:rPr lang="en-US" dirty="0" err="1"/>
              <a:t>lý</a:t>
            </a:r>
            <a:r>
              <a:rPr lang="en-US" dirty="0"/>
              <a:t> </a:t>
            </a:r>
            <a:r>
              <a:rPr lang="en-US" dirty="0" err="1"/>
              <a:t>trong</a:t>
            </a:r>
            <a:r>
              <a:rPr lang="en-US" dirty="0"/>
              <a:t> </a:t>
            </a:r>
            <a:r>
              <a:rPr lang="en-US" dirty="0" err="1"/>
              <a:t>tuần</a:t>
            </a:r>
            <a:r>
              <a:rPr lang="en-US" dirty="0"/>
              <a:t> </a:t>
            </a:r>
            <a:r>
              <a:rPr lang="en-US" dirty="0" err="1"/>
              <a:t>sau</a:t>
            </a:r>
            <a:r>
              <a:rPr lang="en-US" dirty="0"/>
              <a:t>.</a:t>
            </a:r>
          </a:p>
          <a:p>
            <a:pPr lvl="0"/>
            <a:r>
              <a:rPr lang="en-US" dirty="0" err="1"/>
              <a:t>彙整本週已完成工作，更新尚未結案事項，並安排下週後續處理計畫</a:t>
            </a:r>
            <a:r>
              <a:rPr lang="en-US" dirty="0"/>
              <a:t>。</a:t>
            </a:r>
          </a:p>
          <a:p>
            <a:pPr lvl="0"/>
            <a:r>
              <a:rPr lang="en-US" b="1" dirty="0"/>
              <a:t>。</a:t>
            </a:r>
            <a:endParaRPr lang="en-US" dirty="0"/>
          </a:p>
        </p:txBody>
      </p:sp>
      <p:sp>
        <p:nvSpPr>
          <p:cNvPr id="5" name="TextBox 4"/>
          <p:cNvSpPr txBox="1"/>
          <p:nvPr/>
        </p:nvSpPr>
        <p:spPr>
          <a:xfrm>
            <a:off x="2998787" y="1671935"/>
            <a:ext cx="6096000" cy="368300"/>
          </a:xfrm>
          <a:prstGeom prst="rect">
            <a:avLst/>
          </a:prstGeom>
          <a:noFill/>
        </p:spPr>
        <p:txBody>
          <a:bodyPr wrap="square">
            <a:spAutoFit/>
          </a:bodyPr>
          <a:lstStyle/>
          <a:p>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ctrTitle"/>
          </p:nvPr>
        </p:nvSpPr>
        <p:spPr>
          <a:xfrm>
            <a:off x="1229032" y="847058"/>
            <a:ext cx="9144000" cy="1904923"/>
          </a:xfrm>
        </p:spPr>
        <p:txBody>
          <a:bodyPr>
            <a:normAutofit/>
          </a:bodyPr>
          <a:lstStyle/>
          <a:p>
            <a:r>
              <a:rPr lang="en-US" altLang="zh-TW" sz="4800">
                <a:latin typeface="Microsoft JhengHei" panose="020B0604030504040204" pitchFamily="34" charset="-120"/>
                <a:ea typeface="Microsoft JhengHei" panose="020B0604030504040204" pitchFamily="34" charset="-120"/>
              </a:rPr>
              <a:t>Next Week Task</a:t>
            </a:r>
            <a:endParaRPr lang="zh-TW" altLang="en-US" sz="4800" dirty="0"/>
          </a:p>
        </p:txBody>
      </p:sp>
      <p:sp>
        <p:nvSpPr>
          <p:cNvPr id="5" name="副標題 4"/>
          <p:cNvSpPr>
            <a:spLocks noGrp="1"/>
          </p:cNvSpPr>
          <p:nvPr>
            <p:ph type="subTitle" idx="1"/>
          </p:nvPr>
        </p:nvSpPr>
        <p:spPr>
          <a:xfrm>
            <a:off x="1229032" y="2751981"/>
            <a:ext cx="9144000" cy="1655762"/>
          </a:xfrm>
        </p:spPr>
        <p:txBody>
          <a:bodyPr/>
          <a:lstStyle/>
          <a:p>
            <a:r>
              <a:rPr lang="vi-VN" altLang="zh-TW" dirty="0">
                <a:latin typeface="Times New Roman" panose="02020603050405020304" pitchFamily="18" charset="0"/>
                <a:cs typeface="Times New Roman" panose="02020603050405020304" pitchFamily="18" charset="0"/>
              </a:rPr>
              <a:t>202</a:t>
            </a:r>
            <a:r>
              <a:rPr lang="en-US" altLang="zh-TW" dirty="0">
                <a:latin typeface="Times New Roman" panose="02020603050405020304" pitchFamily="18" charset="0"/>
                <a:cs typeface="Times New Roman" panose="02020603050405020304" pitchFamily="18" charset="0"/>
              </a:rPr>
              <a:t>6/10/12– </a:t>
            </a:r>
            <a:r>
              <a:rPr lang="vi-VN" altLang="zh-TW" dirty="0">
                <a:latin typeface="Times New Roman" panose="02020603050405020304" pitchFamily="18" charset="0"/>
                <a:cs typeface="Times New Roman" panose="02020603050405020304" pitchFamily="18" charset="0"/>
              </a:rPr>
              <a:t>202</a:t>
            </a:r>
            <a:r>
              <a:rPr lang="en-US" altLang="zh-TW" dirty="0">
                <a:latin typeface="Times New Roman" panose="02020603050405020304" pitchFamily="18" charset="0"/>
                <a:cs typeface="Times New Roman" panose="02020603050405020304" pitchFamily="18" charset="0"/>
              </a:rPr>
              <a:t>6/10/17</a:t>
            </a:r>
            <a:br>
              <a:rPr lang="en-US" altLang="zh-TW" dirty="0">
                <a:latin typeface="Times New Roman" panose="02020603050405020304" pitchFamily="18" charset="0"/>
                <a:cs typeface="Times New Roman" panose="02020603050405020304" pitchFamily="18" charset="0"/>
              </a:rPr>
            </a:br>
            <a:r>
              <a:rPr lang="vi-VN" altLang="en-US" dirty="0" err="1">
                <a:latin typeface="Times New Roman" panose="02020603050405020304" pitchFamily="18" charset="0"/>
                <a:cs typeface="Times New Roman" panose="02020603050405020304" pitchFamily="18" charset="0"/>
              </a:rPr>
              <a:t>THANH TRANG</a:t>
            </a:r>
            <a:endParaRPr lang="vi-V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標題 1"/>
          <p:cNvSpPr>
            <a:spLocks noGrp="1"/>
          </p:cNvSpPr>
          <p:nvPr>
            <p:ph type="title"/>
          </p:nvPr>
        </p:nvSpPr>
        <p:spPr>
          <a:xfrm>
            <a:off x="1789471" y="57100"/>
            <a:ext cx="9144000" cy="385352"/>
          </a:xfrm>
        </p:spPr>
        <p:txBody>
          <a:bodyPr>
            <a:noAutofit/>
          </a:bodyPr>
          <a:lstStyle/>
          <a:p>
            <a:r>
              <a:rPr lang="en-US" sz="2800" dirty="0"/>
              <a:t>10</a:t>
            </a:r>
            <a:r>
              <a:rPr sz="2800" dirty="0"/>
              <a:t>/</a:t>
            </a:r>
            <a:r>
              <a:rPr lang="en-US" sz="2800" dirty="0"/>
              <a:t>12</a:t>
            </a:r>
            <a:r>
              <a:rPr sz="2800" dirty="0"/>
              <a:t>–</a:t>
            </a:r>
            <a:r>
              <a:rPr lang="en-US" sz="2800" dirty="0"/>
              <a:t>10</a:t>
            </a:r>
            <a:r>
              <a:rPr sz="2800" dirty="0"/>
              <a:t>/</a:t>
            </a:r>
            <a:r>
              <a:rPr lang="en-US" sz="2800" dirty="0"/>
              <a:t>17</a:t>
            </a:r>
            <a:r>
              <a:rPr sz="2800" dirty="0"/>
              <a:t> Next Week’s Tasks – Scheduled（</a:t>
            </a:r>
            <a:r>
              <a:rPr lang="en-US" sz="2800" dirty="0">
                <a:solidFill>
                  <a:srgbClr val="FF0000"/>
                </a:solidFill>
              </a:rPr>
              <a:t>10/18 </a:t>
            </a:r>
            <a:r>
              <a:rPr sz="2800" dirty="0" err="1">
                <a:solidFill>
                  <a:srgbClr val="FF0000"/>
                </a:solidFill>
              </a:rPr>
              <a:t>調整</a:t>
            </a:r>
            <a:r>
              <a:rPr sz="2800" dirty="0"/>
              <a:t>）</a:t>
            </a:r>
          </a:p>
        </p:txBody>
      </p:sp>
      <p:sp>
        <p:nvSpPr>
          <p:cNvPr id="3" name="Content Placeholder 2"/>
          <p:cNvSpPr>
            <a:spLocks noGrp="1"/>
          </p:cNvSpPr>
          <p:nvPr>
            <p:ph idx="1"/>
          </p:nvPr>
        </p:nvSpPr>
        <p:spPr/>
        <p:txBody>
          <a:bodyPr/>
          <a:lstStyle/>
          <a:p>
            <a:endParaRPr lang="en-US"/>
          </a:p>
        </p:txBody>
      </p:sp>
      <p:graphicFrame>
        <p:nvGraphicFramePr>
          <p:cNvPr id="4" name="表格 7"/>
          <p:cNvGraphicFramePr/>
          <p:nvPr>
            <p:custDataLst>
              <p:tags r:id="rId1"/>
            </p:custDataLst>
            <p:extLst>
              <p:ext uri="{D42A27DB-BD31-4B8C-83A1-F6EECF244321}">
                <p14:modId xmlns:p14="http://schemas.microsoft.com/office/powerpoint/2010/main" val="1395796062"/>
              </p:ext>
            </p:extLst>
          </p:nvPr>
        </p:nvGraphicFramePr>
        <p:xfrm>
          <a:off x="71120" y="426720"/>
          <a:ext cx="12053570" cy="9578340"/>
        </p:xfrm>
        <a:graphic>
          <a:graphicData uri="http://schemas.openxmlformats.org/drawingml/2006/table">
            <a:tbl>
              <a:tblPr firstRow="1" bandRow="1">
                <a:tableStyleId>{00A15C55-8517-42AA-B614-E9B94910E393}</a:tableStyleId>
              </a:tblPr>
              <a:tblGrid>
                <a:gridCol w="1445260">
                  <a:extLst>
                    <a:ext uri="{9D8B030D-6E8A-4147-A177-3AD203B41FA5}">
                      <a16:colId xmlns:a16="http://schemas.microsoft.com/office/drawing/2014/main" val="20000"/>
                    </a:ext>
                  </a:extLst>
                </a:gridCol>
                <a:gridCol w="1553845">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731645">
                  <a:extLst>
                    <a:ext uri="{9D8B030D-6E8A-4147-A177-3AD203B41FA5}">
                      <a16:colId xmlns:a16="http://schemas.microsoft.com/office/drawing/2014/main" val="20003"/>
                    </a:ext>
                  </a:extLst>
                </a:gridCol>
                <a:gridCol w="1543685">
                  <a:extLst>
                    <a:ext uri="{9D8B030D-6E8A-4147-A177-3AD203B41FA5}">
                      <a16:colId xmlns:a16="http://schemas.microsoft.com/office/drawing/2014/main" val="20004"/>
                    </a:ext>
                  </a:extLst>
                </a:gridCol>
                <a:gridCol w="1553845">
                  <a:extLst>
                    <a:ext uri="{9D8B030D-6E8A-4147-A177-3AD203B41FA5}">
                      <a16:colId xmlns:a16="http://schemas.microsoft.com/office/drawing/2014/main" val="20005"/>
                    </a:ext>
                  </a:extLst>
                </a:gridCol>
                <a:gridCol w="1454785">
                  <a:extLst>
                    <a:ext uri="{9D8B030D-6E8A-4147-A177-3AD203B41FA5}">
                      <a16:colId xmlns:a16="http://schemas.microsoft.com/office/drawing/2014/main" val="20006"/>
                    </a:ext>
                  </a:extLst>
                </a:gridCol>
                <a:gridCol w="1198880">
                  <a:extLst>
                    <a:ext uri="{9D8B030D-6E8A-4147-A177-3AD203B41FA5}">
                      <a16:colId xmlns:a16="http://schemas.microsoft.com/office/drawing/2014/main" val="20007"/>
                    </a:ext>
                  </a:extLst>
                </a:gridCol>
              </a:tblGrid>
              <a:tr h="365760">
                <a:tc>
                  <a:txBody>
                    <a:bodyPr/>
                    <a:lstStyle/>
                    <a:p>
                      <a:pPr algn="ctr"/>
                      <a:r>
                        <a:rPr lang="zh-TW" altLang="en-US" dirty="0">
                          <a:solidFill>
                            <a:schemeClr val="bg1"/>
                          </a:solidFill>
                          <a:latin typeface="+mj-lt"/>
                          <a:ea typeface="Microsoft JhengHei" panose="020B0604030504040204" pitchFamily="34" charset="-120"/>
                        </a:rPr>
                        <a:t>日期</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800" dirty="0">
                          <a:solidFill>
                            <a:schemeClr val="bg1"/>
                          </a:solidFill>
                          <a:latin typeface="+mj-lt"/>
                          <a:ea typeface="Microsoft JhengHei" panose="020B0604030504040204" pitchFamily="34" charset="-120"/>
                        </a:rPr>
                        <a:t>10/12 </a:t>
                      </a:r>
                      <a:r>
                        <a:rPr lang="en-US" altLang="zh-TW" dirty="0">
                          <a:solidFill>
                            <a:schemeClr val="bg1"/>
                          </a:solidFill>
                          <a:latin typeface="+mj-lt"/>
                          <a:ea typeface="Microsoft JhengHei" panose="020B0604030504040204" pitchFamily="34" charset="-120"/>
                        </a:rPr>
                        <a:t>(</a:t>
                      </a:r>
                      <a:r>
                        <a:rPr lang="zh-TW" altLang="en-US" dirty="0">
                          <a:solidFill>
                            <a:schemeClr val="bg1"/>
                          </a:solidFill>
                          <a:latin typeface="+mj-lt"/>
                          <a:ea typeface="Microsoft JhengHei" panose="020B0604030504040204" pitchFamily="34" charset="-120"/>
                        </a:rPr>
                        <a:t>一</a:t>
                      </a:r>
                      <a:r>
                        <a:rPr lang="en-US" altLang="zh-TW" dirty="0">
                          <a:solidFill>
                            <a:schemeClr val="bg1"/>
                          </a:solidFill>
                          <a:latin typeface="+mj-lt"/>
                          <a:ea typeface="Microsoft JhengHei" panose="020B0604030504040204" pitchFamily="34" charset="-120"/>
                        </a:rPr>
                        <a:t>)</a:t>
                      </a:r>
                      <a:endParaRPr lang="zh-TW" altLang="en-US" dirty="0">
                        <a:solidFill>
                          <a:schemeClr val="bg1"/>
                        </a:solidFill>
                        <a:latin typeface="+mj-lt"/>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800" dirty="0">
                          <a:solidFill>
                            <a:schemeClr val="bg1"/>
                          </a:solidFill>
                          <a:latin typeface="+mj-lt"/>
                          <a:ea typeface="Microsoft JhengHei" panose="020B0604030504040204" pitchFamily="34" charset="-120"/>
                        </a:rPr>
                        <a:t>10</a:t>
                      </a:r>
                      <a:r>
                        <a:rPr lang="vi-VN" altLang="zh-TW" sz="1800" dirty="0">
                          <a:solidFill>
                            <a:schemeClr val="bg1"/>
                          </a:solidFill>
                          <a:latin typeface="+mj-lt"/>
                          <a:ea typeface="Microsoft JhengHei" panose="020B0604030504040204" pitchFamily="34" charset="-120"/>
                        </a:rPr>
                        <a:t>/</a:t>
                      </a:r>
                      <a:r>
                        <a:rPr lang="en-US" altLang="zh-TW" sz="1800" dirty="0">
                          <a:solidFill>
                            <a:schemeClr val="bg1"/>
                          </a:solidFill>
                          <a:latin typeface="+mj-lt"/>
                          <a:ea typeface="Microsoft JhengHei" panose="020B0604030504040204" pitchFamily="34" charset="-120"/>
                        </a:rPr>
                        <a:t>13</a:t>
                      </a:r>
                      <a:r>
                        <a:rPr lang="en-US" altLang="zh-TW" dirty="0">
                          <a:solidFill>
                            <a:schemeClr val="bg1"/>
                          </a:solidFill>
                          <a:latin typeface="+mj-lt"/>
                          <a:ea typeface="Microsoft JhengHei" panose="020B0604030504040204" pitchFamily="34" charset="-120"/>
                        </a:rPr>
                        <a:t>(</a:t>
                      </a:r>
                      <a:r>
                        <a:rPr lang="zh-CN" altLang="en-US" dirty="0">
                          <a:solidFill>
                            <a:schemeClr val="bg1"/>
                          </a:solidFill>
                          <a:latin typeface="+mj-lt"/>
                          <a:ea typeface="Microsoft JhengHei" panose="020B0604030504040204" pitchFamily="34" charset="-120"/>
                        </a:rPr>
                        <a:t>二</a:t>
                      </a:r>
                      <a:r>
                        <a:rPr lang="en-US" altLang="zh-TW" dirty="0">
                          <a:solidFill>
                            <a:schemeClr val="bg1"/>
                          </a:solidFill>
                          <a:latin typeface="+mj-lt"/>
                          <a:ea typeface="Microsoft JhengHei" panose="020B0604030504040204" pitchFamily="34" charset="-120"/>
                        </a:rPr>
                        <a:t>)</a:t>
                      </a:r>
                      <a:endParaRPr lang="zh-TW" altLang="en-US" dirty="0">
                        <a:solidFill>
                          <a:schemeClr val="bg1"/>
                        </a:solidFill>
                        <a:latin typeface="+mj-lt"/>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800" dirty="0">
                          <a:solidFill>
                            <a:schemeClr val="bg1"/>
                          </a:solidFill>
                          <a:latin typeface="+mj-lt"/>
                          <a:ea typeface="Microsoft JhengHei" panose="020B0604030504040204" pitchFamily="34" charset="-120"/>
                        </a:rPr>
                        <a:t>10</a:t>
                      </a:r>
                      <a:r>
                        <a:rPr lang="vi-VN" altLang="zh-TW" sz="1800" dirty="0">
                          <a:solidFill>
                            <a:schemeClr val="bg1"/>
                          </a:solidFill>
                          <a:latin typeface="+mj-lt"/>
                          <a:ea typeface="Microsoft JhengHei" panose="020B0604030504040204" pitchFamily="34" charset="-120"/>
                        </a:rPr>
                        <a:t>/</a:t>
                      </a:r>
                      <a:r>
                        <a:rPr lang="en-US" altLang="zh-TW" sz="1800" dirty="0">
                          <a:solidFill>
                            <a:schemeClr val="bg1"/>
                          </a:solidFill>
                          <a:latin typeface="+mj-lt"/>
                          <a:ea typeface="Microsoft JhengHei" panose="020B0604030504040204" pitchFamily="34" charset="-120"/>
                        </a:rPr>
                        <a:t>14 </a:t>
                      </a:r>
                      <a:r>
                        <a:rPr lang="en-US" altLang="zh-TW" dirty="0">
                          <a:solidFill>
                            <a:schemeClr val="bg1"/>
                          </a:solidFill>
                          <a:latin typeface="+mj-lt"/>
                          <a:ea typeface="Microsoft JhengHei" panose="020B0604030504040204" pitchFamily="34" charset="-120"/>
                        </a:rPr>
                        <a:t>(</a:t>
                      </a:r>
                      <a:r>
                        <a:rPr lang="zh-TW" altLang="en-US" dirty="0">
                          <a:solidFill>
                            <a:schemeClr val="bg1"/>
                          </a:solidFill>
                          <a:latin typeface="+mj-lt"/>
                          <a:ea typeface="Microsoft JhengHei" panose="020B0604030504040204" pitchFamily="34" charset="-120"/>
                        </a:rPr>
                        <a:t>三</a:t>
                      </a:r>
                      <a:r>
                        <a:rPr lang="en-US" altLang="zh-TW" dirty="0">
                          <a:solidFill>
                            <a:schemeClr val="bg1"/>
                          </a:solidFill>
                          <a:latin typeface="+mj-lt"/>
                          <a:ea typeface="Microsoft JhengHei" panose="020B0604030504040204" pitchFamily="34" charset="-120"/>
                        </a:rPr>
                        <a:t>)</a:t>
                      </a:r>
                      <a:endParaRPr lang="zh-TW" altLang="en-US" dirty="0">
                        <a:solidFill>
                          <a:schemeClr val="bg1"/>
                        </a:solidFill>
                        <a:latin typeface="+mj-lt"/>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800" dirty="0">
                          <a:solidFill>
                            <a:schemeClr val="bg1"/>
                          </a:solidFill>
                          <a:latin typeface="+mj-lt"/>
                          <a:ea typeface="Microsoft JhengHei" panose="020B0604030504040204" pitchFamily="34" charset="-120"/>
                        </a:rPr>
                        <a:t>10</a:t>
                      </a:r>
                      <a:r>
                        <a:rPr lang="vi-VN" altLang="zh-TW" sz="1800" dirty="0">
                          <a:solidFill>
                            <a:schemeClr val="bg1"/>
                          </a:solidFill>
                          <a:latin typeface="+mj-lt"/>
                          <a:ea typeface="Microsoft JhengHei" panose="020B0604030504040204" pitchFamily="34" charset="-120"/>
                        </a:rPr>
                        <a:t>/</a:t>
                      </a:r>
                      <a:r>
                        <a:rPr lang="en-US" altLang="zh-TW" sz="1800" dirty="0">
                          <a:solidFill>
                            <a:schemeClr val="bg1"/>
                          </a:solidFill>
                          <a:latin typeface="+mj-lt"/>
                          <a:ea typeface="Microsoft JhengHei" panose="020B0604030504040204" pitchFamily="34" charset="-120"/>
                        </a:rPr>
                        <a:t>15(</a:t>
                      </a:r>
                      <a:r>
                        <a:rPr lang="zh-TW" altLang="en-US" dirty="0">
                          <a:solidFill>
                            <a:schemeClr val="bg1"/>
                          </a:solidFill>
                          <a:latin typeface="+mj-lt"/>
                          <a:ea typeface="Microsoft JhengHei" panose="020B0604030504040204" pitchFamily="34" charset="-120"/>
                        </a:rPr>
                        <a:t>四</a:t>
                      </a:r>
                      <a:r>
                        <a:rPr lang="en-US" altLang="zh-TW" dirty="0">
                          <a:solidFill>
                            <a:schemeClr val="bg1"/>
                          </a:solidFill>
                          <a:latin typeface="+mj-lt"/>
                          <a:ea typeface="Microsoft JhengHei" panose="020B0604030504040204" pitchFamily="34" charset="-120"/>
                        </a:rPr>
                        <a:t>)</a:t>
                      </a:r>
                      <a:endParaRPr lang="zh-TW" altLang="en-US" dirty="0">
                        <a:solidFill>
                          <a:schemeClr val="bg1"/>
                        </a:solidFill>
                        <a:latin typeface="+mj-lt"/>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800" dirty="0">
                          <a:solidFill>
                            <a:schemeClr val="bg1"/>
                          </a:solidFill>
                          <a:latin typeface="+mj-lt"/>
                          <a:ea typeface="Microsoft JhengHei" panose="020B0604030504040204" pitchFamily="34" charset="-120"/>
                        </a:rPr>
                        <a:t>10/16 (</a:t>
                      </a:r>
                      <a:r>
                        <a:rPr lang="zh-TW" altLang="en-US" dirty="0">
                          <a:solidFill>
                            <a:schemeClr val="bg1"/>
                          </a:solidFill>
                          <a:latin typeface="+mj-lt"/>
                          <a:ea typeface="Microsoft JhengHei" panose="020B0604030504040204" pitchFamily="34" charset="-120"/>
                        </a:rPr>
                        <a:t>五</a:t>
                      </a:r>
                      <a:r>
                        <a:rPr lang="en-US" altLang="zh-TW" dirty="0">
                          <a:solidFill>
                            <a:schemeClr val="bg1"/>
                          </a:solidFill>
                          <a:latin typeface="+mj-lt"/>
                          <a:ea typeface="Microsoft JhengHei" panose="020B0604030504040204" pitchFamily="34" charset="-120"/>
                        </a:rPr>
                        <a:t>)</a:t>
                      </a:r>
                      <a:endParaRPr lang="zh-TW" altLang="en-US" dirty="0">
                        <a:solidFill>
                          <a:schemeClr val="bg1"/>
                        </a:solidFill>
                        <a:latin typeface="+mj-lt"/>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800" dirty="0">
                          <a:solidFill>
                            <a:schemeClr val="bg1"/>
                          </a:solidFill>
                          <a:latin typeface="+mj-lt"/>
                          <a:ea typeface="Microsoft JhengHei" panose="020B0604030504040204" pitchFamily="34" charset="-120"/>
                        </a:rPr>
                        <a:t>10/17  </a:t>
                      </a:r>
                      <a:r>
                        <a:rPr lang="en-US" altLang="zh-TW" dirty="0">
                          <a:solidFill>
                            <a:schemeClr val="bg1"/>
                          </a:solidFill>
                          <a:latin typeface="+mj-lt"/>
                          <a:ea typeface="Microsoft JhengHei" panose="020B0604030504040204" pitchFamily="34" charset="-120"/>
                        </a:rPr>
                        <a:t>(</a:t>
                      </a:r>
                      <a:r>
                        <a:rPr lang="zh-TW" altLang="en-US" dirty="0">
                          <a:solidFill>
                            <a:schemeClr val="bg1"/>
                          </a:solidFill>
                          <a:latin typeface="+mj-lt"/>
                          <a:ea typeface="Microsoft JhengHei" panose="020B0604030504040204" pitchFamily="34" charset="-120"/>
                        </a:rPr>
                        <a:t>六</a:t>
                      </a:r>
                      <a:r>
                        <a:rPr lang="en-US" altLang="zh-TW" dirty="0">
                          <a:solidFill>
                            <a:schemeClr val="bg1"/>
                          </a:solidFill>
                          <a:latin typeface="+mj-lt"/>
                          <a:ea typeface="Microsoft JhengHei" panose="020B0604030504040204" pitchFamily="34" charset="-120"/>
                        </a:rPr>
                        <a:t>)</a:t>
                      </a:r>
                      <a:endParaRPr lang="zh-TW" altLang="en-US" dirty="0">
                        <a:solidFill>
                          <a:schemeClr val="bg1"/>
                        </a:solidFill>
                        <a:latin typeface="+mj-lt"/>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1800" dirty="0">
                          <a:solidFill>
                            <a:srgbClr val="FF0000"/>
                          </a:solidFill>
                          <a:latin typeface="+mj-lt"/>
                          <a:ea typeface="Microsoft JhengHei" panose="020B0604030504040204" pitchFamily="34" charset="-120"/>
                        </a:rPr>
                        <a:t>10/18</a:t>
                      </a:r>
                      <a:r>
                        <a:rPr lang="en-US" altLang="zh-TW" dirty="0">
                          <a:solidFill>
                            <a:srgbClr val="FF0000"/>
                          </a:solidFill>
                          <a:latin typeface="+mj-lt"/>
                          <a:ea typeface="Microsoft JhengHei" panose="020B0604030504040204" pitchFamily="34" charset="-120"/>
                        </a:rPr>
                        <a:t>(</a:t>
                      </a:r>
                      <a:r>
                        <a:rPr lang="zh-TW" altLang="en-US" dirty="0">
                          <a:solidFill>
                            <a:srgbClr val="FF0000"/>
                          </a:solidFill>
                          <a:latin typeface="+mj-lt"/>
                          <a:ea typeface="Microsoft JhengHei" panose="020B0604030504040204" pitchFamily="34" charset="-120"/>
                        </a:rPr>
                        <a:t>日</a:t>
                      </a:r>
                      <a:r>
                        <a:rPr lang="en-US" altLang="zh-TW" dirty="0">
                          <a:solidFill>
                            <a:srgbClr val="FF0000"/>
                          </a:solidFill>
                          <a:latin typeface="+mj-lt"/>
                          <a:ea typeface="Microsoft JhengHei" panose="020B0604030504040204" pitchFamily="34" charset="-120"/>
                        </a:rPr>
                        <a:t>)</a:t>
                      </a:r>
                      <a:endParaRPr lang="zh-TW" altLang="en-US" dirty="0">
                        <a:solidFill>
                          <a:srgbClr val="FF0000"/>
                        </a:solidFill>
                        <a:latin typeface="+mj-lt"/>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2000416">
                <a:tc>
                  <a:txBody>
                    <a:bodyPr/>
                    <a:lstStyle/>
                    <a:p>
                      <a:pPr algn="ctr"/>
                      <a:r>
                        <a:rPr lang="zh-TW" altLang="en-US" b="1" dirty="0">
                          <a:latin typeface="+mj-lt"/>
                          <a:ea typeface="Microsoft JhengHei" panose="020B0604030504040204" pitchFamily="34" charset="-120"/>
                        </a:rPr>
                        <a:t>上午時段</a:t>
                      </a:r>
                      <a:endParaRPr lang="en-US" altLang="zh-TW" b="1" dirty="0">
                        <a:latin typeface="+mj-lt"/>
                        <a:ea typeface="Microsoft JhengHei" panose="020B0604030504040204" pitchFamily="34" charset="-120"/>
                      </a:endParaRPr>
                    </a:p>
                    <a:p>
                      <a:pPr algn="ctr"/>
                      <a:r>
                        <a:rPr lang="en-US" altLang="zh-TW" b="1" dirty="0">
                          <a:latin typeface="+mj-lt"/>
                          <a:ea typeface="Microsoft JhengHei" panose="020B0604030504040204" pitchFamily="34" charset="-120"/>
                        </a:rPr>
                        <a:t>(8:00~12:00)</a:t>
                      </a:r>
                      <a:endParaRPr lang="zh-TW" altLang="en-US" b="1" dirty="0">
                        <a:latin typeface="+mj-lt"/>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solidFill>
                            <a:schemeClr val="bg1"/>
                          </a:solidFill>
                        </a:rPr>
                        <a:t>1.</a:t>
                      </a:r>
                      <a:r>
                        <a:rPr lang="en-US" sz="1050" dirty="0"/>
                        <a:t> </a:t>
                      </a:r>
                      <a:r>
                        <a:rPr lang="en-US" sz="1050" dirty="0" err="1"/>
                        <a:t>Tiếp</a:t>
                      </a:r>
                      <a:r>
                        <a:rPr lang="en-US" sz="1050" dirty="0"/>
                        <a:t> </a:t>
                      </a:r>
                      <a:r>
                        <a:rPr lang="en-US" sz="1050" dirty="0" err="1"/>
                        <a:t>tục</a:t>
                      </a:r>
                      <a:r>
                        <a:rPr lang="en-US" sz="1050" dirty="0"/>
                        <a:t> </a:t>
                      </a:r>
                      <a:r>
                        <a:rPr lang="en-US" sz="1050" dirty="0" err="1"/>
                        <a:t>theo</a:t>
                      </a:r>
                      <a:r>
                        <a:rPr lang="en-US" sz="1050" dirty="0"/>
                        <a:t> </a:t>
                      </a:r>
                      <a:r>
                        <a:rPr lang="en-US" sz="1050" dirty="0" err="1"/>
                        <a:t>dõi</a:t>
                      </a:r>
                      <a:r>
                        <a:rPr lang="en-US" sz="1050" dirty="0"/>
                        <a:t> </a:t>
                      </a:r>
                      <a:r>
                        <a:rPr lang="en-US" sz="1050" dirty="0" err="1"/>
                        <a:t>tiến</a:t>
                      </a:r>
                      <a:r>
                        <a:rPr lang="en-US" sz="1050" dirty="0"/>
                        <a:t> </a:t>
                      </a:r>
                      <a:r>
                        <a:rPr lang="en-US" sz="1050" dirty="0" err="1"/>
                        <a:t>độ</a:t>
                      </a:r>
                      <a:r>
                        <a:rPr lang="en-US" sz="1050" dirty="0"/>
                        <a:t> </a:t>
                      </a:r>
                      <a:r>
                        <a:rPr lang="en-US" sz="1050" dirty="0" err="1"/>
                        <a:t>các</a:t>
                      </a:r>
                      <a:r>
                        <a:rPr lang="en-US" sz="1050" dirty="0"/>
                        <a:t> </a:t>
                      </a:r>
                      <a:r>
                        <a:rPr lang="en-US" sz="1050" dirty="0" err="1"/>
                        <a:t>đơn</a:t>
                      </a:r>
                      <a:r>
                        <a:rPr lang="en-US" sz="1050" dirty="0"/>
                        <a:t> </a:t>
                      </a:r>
                      <a:r>
                        <a:rPr lang="en-US" sz="1050" dirty="0" err="1"/>
                        <a:t>hàng</a:t>
                      </a:r>
                      <a:r>
                        <a:rPr lang="en-US" sz="1050" dirty="0"/>
                        <a:t> </a:t>
                      </a:r>
                      <a:r>
                        <a:rPr lang="en-US" sz="1050" dirty="0" err="1"/>
                        <a:t>và</a:t>
                      </a:r>
                      <a:r>
                        <a:rPr lang="en-US" sz="1050" dirty="0"/>
                        <a:t> </a:t>
                      </a:r>
                      <a:r>
                        <a:rPr lang="en-US" sz="1050" dirty="0" err="1"/>
                        <a:t>mã</a:t>
                      </a:r>
                      <a:r>
                        <a:rPr lang="en-US" sz="1050" dirty="0"/>
                        <a:t> </a:t>
                      </a:r>
                      <a:r>
                        <a:rPr lang="en-US" sz="1050" dirty="0" err="1"/>
                        <a:t>hàng</a:t>
                      </a:r>
                      <a:r>
                        <a:rPr lang="en-US" sz="1050" dirty="0"/>
                        <a:t> </a:t>
                      </a:r>
                      <a:r>
                        <a:rPr lang="en-US" sz="1050" dirty="0" err="1"/>
                        <a:t>mới</a:t>
                      </a:r>
                      <a:r>
                        <a:rPr lang="en-US" sz="1050" dirty="0"/>
                        <a:t> </a:t>
                      </a:r>
                      <a:r>
                        <a:rPr lang="en-US" sz="1050" dirty="0" err="1"/>
                        <a:t>của</a:t>
                      </a:r>
                      <a:r>
                        <a:rPr lang="en-US" sz="1050" dirty="0"/>
                        <a:t> CX; </a:t>
                      </a:r>
                      <a:r>
                        <a:rPr lang="en-US" sz="1050" dirty="0" err="1"/>
                        <a:t>xử</a:t>
                      </a:r>
                      <a:r>
                        <a:rPr lang="en-US" sz="1050" dirty="0"/>
                        <a:t> </a:t>
                      </a:r>
                      <a:r>
                        <a:rPr lang="en-US" sz="1050" dirty="0" err="1"/>
                        <a:t>lý</a:t>
                      </a:r>
                      <a:r>
                        <a:rPr lang="en-US" sz="1050" dirty="0"/>
                        <a:t> </a:t>
                      </a:r>
                      <a:r>
                        <a:rPr lang="en-US" sz="1050" dirty="0" err="1"/>
                        <a:t>và</a:t>
                      </a:r>
                      <a:r>
                        <a:rPr lang="en-US" sz="1050" dirty="0"/>
                        <a:t> </a:t>
                      </a:r>
                      <a:r>
                        <a:rPr lang="en-US" sz="1050" dirty="0" err="1"/>
                        <a:t>gửi</a:t>
                      </a:r>
                      <a:r>
                        <a:rPr lang="en-US" sz="1050" dirty="0"/>
                        <a:t> </a:t>
                      </a:r>
                      <a:r>
                        <a:rPr lang="en-US" sz="1050" dirty="0" err="1"/>
                        <a:t>báo</a:t>
                      </a:r>
                      <a:r>
                        <a:rPr lang="en-US" sz="1050" dirty="0"/>
                        <a:t> </a:t>
                      </a:r>
                      <a:r>
                        <a:rPr lang="en-US" sz="1050" dirty="0" err="1"/>
                        <a:t>giá</a:t>
                      </a:r>
                      <a:r>
                        <a:rPr lang="en-US" sz="1050" dirty="0"/>
                        <a:t> </a:t>
                      </a:r>
                      <a:r>
                        <a:rPr lang="en-US" sz="1050" dirty="0" err="1"/>
                        <a:t>theo</a:t>
                      </a:r>
                      <a:r>
                        <a:rPr lang="en-US" sz="1050" dirty="0"/>
                        <a:t> </a:t>
                      </a:r>
                      <a:r>
                        <a:rPr lang="en-US" sz="1050" dirty="0" err="1"/>
                        <a:t>yêu</a:t>
                      </a:r>
                      <a:r>
                        <a:rPr lang="en-US" sz="1050" dirty="0"/>
                        <a:t> </a:t>
                      </a:r>
                      <a:r>
                        <a:rPr lang="en-US" sz="1050" dirty="0" err="1"/>
                        <a:t>cầu</a:t>
                      </a:r>
                      <a:r>
                        <a:rPr lang="en-US" sz="1050" dirty="0"/>
                        <a:t>; </a:t>
                      </a:r>
                      <a:r>
                        <a:rPr lang="en-US" sz="1050" dirty="0" err="1"/>
                        <a:t>theo</a:t>
                      </a:r>
                      <a:r>
                        <a:rPr lang="en-US" sz="1050" dirty="0"/>
                        <a:t> </a:t>
                      </a:r>
                      <a:r>
                        <a:rPr lang="en-US" sz="1050" dirty="0" err="1"/>
                        <a:t>dõi</a:t>
                      </a:r>
                      <a:r>
                        <a:rPr lang="en-US" sz="1050" dirty="0"/>
                        <a:t> </a:t>
                      </a:r>
                      <a:r>
                        <a:rPr lang="en-US" sz="1050" dirty="0" err="1"/>
                        <a:t>các</a:t>
                      </a:r>
                      <a:r>
                        <a:rPr lang="en-US" sz="1050" dirty="0"/>
                        <a:t> </a:t>
                      </a:r>
                      <a:r>
                        <a:rPr lang="en-US" sz="1050" dirty="0" err="1"/>
                        <a:t>hợp</a:t>
                      </a:r>
                      <a:r>
                        <a:rPr lang="en-US" sz="1050" dirty="0"/>
                        <a:t> </a:t>
                      </a:r>
                      <a:r>
                        <a:rPr lang="en-US" sz="1050" dirty="0" err="1"/>
                        <a:t>đồng</a:t>
                      </a:r>
                      <a:r>
                        <a:rPr lang="en-US" sz="1050" dirty="0"/>
                        <a:t> </a:t>
                      </a:r>
                      <a:r>
                        <a:rPr lang="en-US" sz="1050" dirty="0" err="1"/>
                        <a:t>đang</a:t>
                      </a:r>
                      <a:r>
                        <a:rPr lang="en-US" sz="1050" dirty="0"/>
                        <a:t> </a:t>
                      </a:r>
                      <a:r>
                        <a:rPr lang="en-US" sz="1050" dirty="0" err="1"/>
                        <a:t>thực</a:t>
                      </a:r>
                      <a:r>
                        <a:rPr lang="en-US" sz="1050" dirty="0"/>
                        <a:t> </a:t>
                      </a:r>
                      <a:r>
                        <a:rPr lang="en-US" sz="1050" dirty="0" err="1"/>
                        <a:t>hiện</a:t>
                      </a:r>
                      <a:r>
                        <a:rPr lang="en-US" sz="1050" dirty="0"/>
                        <a:t>; </a:t>
                      </a:r>
                      <a:r>
                        <a:rPr lang="en-US" sz="1050" dirty="0" err="1"/>
                        <a:t>cập</a:t>
                      </a:r>
                      <a:r>
                        <a:rPr lang="en-US" sz="1050" dirty="0"/>
                        <a:t> </a:t>
                      </a:r>
                      <a:r>
                        <a:rPr lang="en-US" sz="1050" dirty="0" err="1"/>
                        <a:t>nhật</a:t>
                      </a:r>
                      <a:r>
                        <a:rPr lang="en-US" sz="1050" dirty="0"/>
                        <a:t> </a:t>
                      </a:r>
                      <a:r>
                        <a:rPr lang="en-US" sz="1050" dirty="0" err="1"/>
                        <a:t>bảng</a:t>
                      </a:r>
                      <a:r>
                        <a:rPr lang="en-US" sz="1050" dirty="0"/>
                        <a:t> </a:t>
                      </a:r>
                      <a:r>
                        <a:rPr lang="en-US" sz="1050" dirty="0" err="1"/>
                        <a:t>công</a:t>
                      </a:r>
                      <a:r>
                        <a:rPr lang="en-US" sz="1050" dirty="0"/>
                        <a:t> </a:t>
                      </a:r>
                      <a:r>
                        <a:rPr lang="en-US" sz="1050" dirty="0" err="1"/>
                        <a:t>nợ</a:t>
                      </a:r>
                      <a:r>
                        <a:rPr lang="en-US" sz="1050" dirty="0"/>
                        <a:t>, </a:t>
                      </a:r>
                      <a:r>
                        <a:rPr lang="en-US" sz="1050" dirty="0" err="1"/>
                        <a:t>liên</a:t>
                      </a:r>
                      <a:r>
                        <a:rPr lang="en-US" sz="1050" dirty="0"/>
                        <a:t> </a:t>
                      </a:r>
                      <a:r>
                        <a:rPr lang="en-US" sz="1050" dirty="0" err="1"/>
                        <a:t>hệ</a:t>
                      </a:r>
                      <a:r>
                        <a:rPr lang="en-US" sz="1050" dirty="0"/>
                        <a:t> </a:t>
                      </a:r>
                      <a:r>
                        <a:rPr lang="en-US" sz="1050" dirty="0" err="1"/>
                        <a:t>khách</a:t>
                      </a:r>
                      <a:r>
                        <a:rPr lang="en-US" sz="1050" dirty="0"/>
                        <a:t> </a:t>
                      </a:r>
                      <a:r>
                        <a:rPr lang="en-US" sz="1050" dirty="0" err="1"/>
                        <a:t>hàng</a:t>
                      </a:r>
                      <a:r>
                        <a:rPr lang="en-US" sz="1050" dirty="0"/>
                        <a:t> </a:t>
                      </a:r>
                      <a:r>
                        <a:rPr lang="en-US" sz="1050" dirty="0" err="1"/>
                        <a:t>xác</a:t>
                      </a:r>
                      <a:r>
                        <a:rPr lang="en-US" sz="1050" dirty="0"/>
                        <a:t> </a:t>
                      </a:r>
                      <a:r>
                        <a:rPr lang="en-US" sz="1050" dirty="0" err="1"/>
                        <a:t>nhận</a:t>
                      </a:r>
                      <a:r>
                        <a:rPr lang="en-US" sz="1050" dirty="0"/>
                        <a:t> </a:t>
                      </a:r>
                      <a:r>
                        <a:rPr lang="en-US" sz="1050" dirty="0" err="1"/>
                        <a:t>kế</a:t>
                      </a:r>
                      <a:r>
                        <a:rPr lang="en-US" sz="1050" dirty="0"/>
                        <a:t> </a:t>
                      </a:r>
                      <a:r>
                        <a:rPr lang="en-US" sz="1050" dirty="0" err="1"/>
                        <a:t>hoạch</a:t>
                      </a:r>
                      <a:r>
                        <a:rPr lang="en-US" sz="1050" dirty="0"/>
                        <a:t> </a:t>
                      </a:r>
                      <a:r>
                        <a:rPr lang="en-US" sz="1050" dirty="0" err="1"/>
                        <a:t>thanh</a:t>
                      </a:r>
                      <a:r>
                        <a:rPr lang="en-US" sz="1050" dirty="0"/>
                        <a:t> </a:t>
                      </a:r>
                      <a:r>
                        <a:rPr lang="en-US" sz="1050" dirty="0" err="1"/>
                        <a:t>toán</a:t>
                      </a:r>
                      <a:r>
                        <a:rPr lang="en-US" sz="1050" dirty="0"/>
                        <a:t> </a:t>
                      </a:r>
                      <a:r>
                        <a:rPr lang="en-US" sz="1050" dirty="0" err="1"/>
                        <a:t>và</a:t>
                      </a:r>
                      <a:r>
                        <a:rPr lang="en-US" sz="1050" dirty="0"/>
                        <a:t> </a:t>
                      </a:r>
                      <a:r>
                        <a:rPr lang="en-US" sz="1050" dirty="0" err="1"/>
                        <a:t>thúc</a:t>
                      </a:r>
                      <a:r>
                        <a:rPr lang="en-US" sz="1050" dirty="0"/>
                        <a:t> </a:t>
                      </a:r>
                      <a:r>
                        <a:rPr lang="en-US" sz="1050" dirty="0" err="1"/>
                        <a:t>đẩy</a:t>
                      </a:r>
                      <a:r>
                        <a:rPr lang="en-US" sz="1050" dirty="0"/>
                        <a:t> </a:t>
                      </a:r>
                      <a:r>
                        <a:rPr lang="en-US" sz="1050" dirty="0" err="1"/>
                        <a:t>các</a:t>
                      </a:r>
                      <a:r>
                        <a:rPr lang="en-US" sz="1050" dirty="0"/>
                        <a:t> </a:t>
                      </a:r>
                      <a:r>
                        <a:rPr lang="en-US" sz="1050" dirty="0" err="1"/>
                        <a:t>khoản</a:t>
                      </a:r>
                      <a:r>
                        <a:rPr lang="en-US" sz="1050" dirty="0"/>
                        <a:t> </a:t>
                      </a:r>
                      <a:r>
                        <a:rPr lang="en-US" sz="1050" dirty="0" err="1"/>
                        <a:t>đến</a:t>
                      </a:r>
                      <a:r>
                        <a:rPr lang="en-US" sz="1050" dirty="0"/>
                        <a:t> </a:t>
                      </a:r>
                      <a:r>
                        <a:rPr lang="en-US" sz="1050" dirty="0" err="1"/>
                        <a:t>hạn</a:t>
                      </a:r>
                      <a:r>
                        <a:rPr lang="en-US" sz="1050" dirty="0"/>
                        <a:t>; </a:t>
                      </a:r>
                      <a:r>
                        <a:rPr lang="en-US" sz="1050" dirty="0" err="1"/>
                        <a:t>đồng</a:t>
                      </a:r>
                      <a:r>
                        <a:rPr lang="en-US" sz="1050" dirty="0"/>
                        <a:t> </a:t>
                      </a:r>
                      <a:r>
                        <a:rPr lang="en-US" sz="1050" dirty="0" err="1"/>
                        <a:t>thời</a:t>
                      </a:r>
                      <a:r>
                        <a:rPr lang="en-US" sz="1050" dirty="0"/>
                        <a:t> </a:t>
                      </a:r>
                      <a:r>
                        <a:rPr lang="en-US" sz="1050" dirty="0" err="1"/>
                        <a:t>xử</a:t>
                      </a:r>
                      <a:r>
                        <a:rPr lang="en-US" sz="1050" dirty="0"/>
                        <a:t> </a:t>
                      </a:r>
                      <a:r>
                        <a:rPr lang="en-US" sz="1050" dirty="0" err="1"/>
                        <a:t>lý</a:t>
                      </a:r>
                      <a:r>
                        <a:rPr lang="en-US" sz="1050" dirty="0"/>
                        <a:t> </a:t>
                      </a:r>
                      <a:r>
                        <a:rPr lang="en-US" sz="1050" dirty="0" err="1"/>
                        <a:t>các</a:t>
                      </a:r>
                      <a:r>
                        <a:rPr lang="en-US" sz="1050" dirty="0"/>
                        <a:t> </a:t>
                      </a:r>
                      <a:r>
                        <a:rPr lang="en-US" sz="1050" dirty="0" err="1"/>
                        <a:t>đơn</a:t>
                      </a:r>
                      <a:r>
                        <a:rPr lang="en-US" sz="1050" dirty="0"/>
                        <a:t> </a:t>
                      </a:r>
                      <a:r>
                        <a:rPr lang="en-US" sz="1050" dirty="0" err="1"/>
                        <a:t>hàng</a:t>
                      </a:r>
                      <a:r>
                        <a:rPr lang="en-US" sz="1050" dirty="0"/>
                        <a:t> </a:t>
                      </a:r>
                      <a:r>
                        <a:rPr lang="en-US" sz="1050" dirty="0" err="1"/>
                        <a:t>mới</a:t>
                      </a:r>
                      <a:r>
                        <a:rPr lang="en-US" sz="1050" dirty="0"/>
                        <a:t> </a:t>
                      </a:r>
                      <a:r>
                        <a:rPr lang="en-US" sz="1050" dirty="0" err="1"/>
                        <a:t>và</a:t>
                      </a:r>
                      <a:r>
                        <a:rPr lang="en-US" sz="1050" dirty="0"/>
                        <a:t> </a:t>
                      </a:r>
                      <a:r>
                        <a:rPr lang="en-US" sz="1050" dirty="0" err="1"/>
                        <a:t>công</a:t>
                      </a:r>
                      <a:r>
                        <a:rPr lang="en-US" sz="1050" dirty="0"/>
                        <a:t> </a:t>
                      </a:r>
                      <a:r>
                        <a:rPr lang="en-US" sz="1050" dirty="0" err="1"/>
                        <a:t>việc</a:t>
                      </a:r>
                      <a:r>
                        <a:rPr lang="en-US" sz="1050" dirty="0"/>
                        <a:t> </a:t>
                      </a:r>
                      <a:r>
                        <a:rPr lang="en-US" sz="1050" dirty="0" err="1"/>
                        <a:t>phát</a:t>
                      </a:r>
                      <a:r>
                        <a:rPr lang="en-US" sz="1050" dirty="0"/>
                        <a:t> </a:t>
                      </a:r>
                      <a:r>
                        <a:rPr lang="en-US" sz="1050" dirty="0" err="1"/>
                        <a:t>sinh</a:t>
                      </a:r>
                      <a:r>
                        <a:rPr lang="en-US" sz="1050" dirty="0"/>
                        <a:t>. </a:t>
                      </a:r>
                      <a:r>
                        <a:rPr lang="en-US" sz="1050" dirty="0" err="1"/>
                        <a:t>持續追蹤</a:t>
                      </a:r>
                      <a:r>
                        <a:rPr lang="en-US" sz="1050" dirty="0"/>
                        <a:t> CX 訂單及新料號進度，依客戶需求處理並提供報價；追蹤目前合約處理進度；更新應收帳款追蹤表，聯繫客戶確認付款安排並催收已到期款項；同時處理新訂單及其他臨時工作。</a:t>
                      </a:r>
                    </a:p>
                    <a:p>
                      <a:pPr lvl="0"/>
                      <a:endParaRPr lang="zh-CN" altLang="en-US" sz="105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lvl="0"/>
                      <a:r>
                        <a:rPr lang="en-US" sz="1050" dirty="0"/>
                        <a:t>1. </a:t>
                      </a:r>
                      <a:r>
                        <a:rPr lang="en-US" sz="1050" dirty="0" err="1"/>
                        <a:t>Tiếp</a:t>
                      </a:r>
                      <a:r>
                        <a:rPr lang="en-US" sz="1050" dirty="0"/>
                        <a:t> </a:t>
                      </a:r>
                      <a:r>
                        <a:rPr lang="en-US" sz="1050" dirty="0" err="1"/>
                        <a:t>tục</a:t>
                      </a:r>
                      <a:r>
                        <a:rPr lang="en-US" sz="1050" dirty="0"/>
                        <a:t> </a:t>
                      </a:r>
                      <a:r>
                        <a:rPr lang="en-US" sz="1050" dirty="0" err="1"/>
                        <a:t>theo</a:t>
                      </a:r>
                      <a:r>
                        <a:rPr lang="en-US" sz="1050" dirty="0"/>
                        <a:t> </a:t>
                      </a:r>
                      <a:r>
                        <a:rPr lang="en-US" sz="1050" dirty="0" err="1"/>
                        <a:t>dõi</a:t>
                      </a:r>
                      <a:r>
                        <a:rPr lang="en-US" sz="1050" dirty="0"/>
                        <a:t> </a:t>
                      </a:r>
                      <a:r>
                        <a:rPr lang="en-US" sz="1050" dirty="0" err="1"/>
                        <a:t>tiến</a:t>
                      </a:r>
                      <a:r>
                        <a:rPr lang="en-US" sz="1050" dirty="0"/>
                        <a:t> </a:t>
                      </a:r>
                      <a:r>
                        <a:rPr lang="en-US" sz="1050" dirty="0" err="1"/>
                        <a:t>độ</a:t>
                      </a:r>
                      <a:r>
                        <a:rPr lang="en-US" sz="1050" dirty="0"/>
                        <a:t> </a:t>
                      </a:r>
                      <a:r>
                        <a:rPr lang="en-US" sz="1050" dirty="0" err="1"/>
                        <a:t>thanh</a:t>
                      </a:r>
                      <a:r>
                        <a:rPr lang="en-US" sz="1050" dirty="0"/>
                        <a:t> </a:t>
                      </a:r>
                      <a:r>
                        <a:rPr lang="en-US" sz="1050" dirty="0" err="1"/>
                        <a:t>toán</a:t>
                      </a:r>
                      <a:r>
                        <a:rPr lang="en-US" sz="1050" dirty="0"/>
                        <a:t> </a:t>
                      </a:r>
                      <a:r>
                        <a:rPr lang="en-US" sz="1050" dirty="0" err="1"/>
                        <a:t>của</a:t>
                      </a:r>
                      <a:r>
                        <a:rPr lang="en-US" sz="1050" dirty="0"/>
                        <a:t> </a:t>
                      </a:r>
                      <a:r>
                        <a:rPr lang="en-US" sz="1050" dirty="0" err="1"/>
                        <a:t>khách</a:t>
                      </a:r>
                      <a:r>
                        <a:rPr lang="en-US" sz="1050" dirty="0"/>
                        <a:t> </a:t>
                      </a:r>
                      <a:r>
                        <a:rPr lang="en-US" sz="1050" dirty="0" err="1"/>
                        <a:t>hàng</a:t>
                      </a:r>
                      <a:r>
                        <a:rPr lang="en-US" sz="1050" dirty="0"/>
                        <a:t>. </a:t>
                      </a:r>
                    </a:p>
                    <a:p>
                      <a:pPr lvl="0"/>
                      <a:r>
                        <a:rPr lang="en-US" sz="1050" dirty="0"/>
                        <a:t>Theo </a:t>
                      </a:r>
                      <a:r>
                        <a:rPr lang="en-US" sz="1050" dirty="0" err="1"/>
                        <a:t>dõi</a:t>
                      </a:r>
                      <a:r>
                        <a:rPr lang="en-US" sz="1050" dirty="0"/>
                        <a:t> </a:t>
                      </a:r>
                      <a:r>
                        <a:rPr lang="en-US" sz="1050" dirty="0" err="1"/>
                        <a:t>phản</a:t>
                      </a:r>
                      <a:r>
                        <a:rPr lang="en-US" sz="1050" dirty="0"/>
                        <a:t> </a:t>
                      </a:r>
                      <a:r>
                        <a:rPr lang="en-US" sz="1050" dirty="0" err="1"/>
                        <a:t>hồi</a:t>
                      </a:r>
                      <a:r>
                        <a:rPr lang="en-US" sz="1050" dirty="0"/>
                        <a:t> </a:t>
                      </a:r>
                      <a:r>
                        <a:rPr lang="en-US" sz="1050" dirty="0" err="1"/>
                        <a:t>hợp</a:t>
                      </a:r>
                      <a:r>
                        <a:rPr lang="en-US" sz="1050" dirty="0"/>
                        <a:t> </a:t>
                      </a:r>
                      <a:r>
                        <a:rPr lang="en-US" sz="1050" dirty="0" err="1"/>
                        <a:t>đồng</a:t>
                      </a:r>
                      <a:r>
                        <a:rPr lang="en-US" sz="1050" dirty="0"/>
                        <a:t> </a:t>
                      </a:r>
                      <a:r>
                        <a:rPr lang="en-US" sz="1050" dirty="0" err="1"/>
                        <a:t>từ</a:t>
                      </a:r>
                      <a:r>
                        <a:rPr lang="en-US" sz="1050" dirty="0"/>
                        <a:t> </a:t>
                      </a:r>
                      <a:r>
                        <a:rPr lang="en-US" sz="1050" dirty="0" err="1"/>
                        <a:t>khách</a:t>
                      </a:r>
                      <a:r>
                        <a:rPr lang="en-US" sz="1050" dirty="0"/>
                        <a:t> </a:t>
                      </a:r>
                      <a:r>
                        <a:rPr lang="en-US" sz="1050" dirty="0" err="1"/>
                        <a:t>hàng</a:t>
                      </a:r>
                      <a:r>
                        <a:rPr lang="en-US" sz="1050" dirty="0"/>
                        <a:t>. </a:t>
                      </a:r>
                    </a:p>
                    <a:p>
                      <a:pPr lvl="0"/>
                      <a:r>
                        <a:rPr lang="en-US" sz="1050" dirty="0"/>
                        <a:t>Hoàn </a:t>
                      </a:r>
                      <a:r>
                        <a:rPr lang="en-US" sz="1050" dirty="0" err="1"/>
                        <a:t>thiện</a:t>
                      </a:r>
                      <a:r>
                        <a:rPr lang="en-US" sz="1050" dirty="0"/>
                        <a:t> </a:t>
                      </a:r>
                      <a:r>
                        <a:rPr lang="en-US" sz="1050" dirty="0" err="1"/>
                        <a:t>các</a:t>
                      </a:r>
                      <a:r>
                        <a:rPr lang="en-US" sz="1050" dirty="0"/>
                        <a:t> </a:t>
                      </a:r>
                      <a:r>
                        <a:rPr lang="en-US" sz="1050" dirty="0" err="1"/>
                        <a:t>hồ</a:t>
                      </a:r>
                      <a:r>
                        <a:rPr lang="en-US" sz="1050" dirty="0"/>
                        <a:t> </a:t>
                      </a:r>
                      <a:r>
                        <a:rPr lang="en-US" sz="1050" dirty="0" err="1"/>
                        <a:t>sơ</a:t>
                      </a:r>
                      <a:r>
                        <a:rPr lang="en-US" sz="1050" dirty="0"/>
                        <a:t> </a:t>
                      </a:r>
                      <a:r>
                        <a:rPr lang="en-US" sz="1050" dirty="0" err="1"/>
                        <a:t>xuất</a:t>
                      </a:r>
                      <a:r>
                        <a:rPr lang="en-US" sz="1050" dirty="0"/>
                        <a:t> </a:t>
                      </a:r>
                      <a:r>
                        <a:rPr lang="en-US" sz="1050" dirty="0" err="1"/>
                        <a:t>hàng</a:t>
                      </a:r>
                      <a:r>
                        <a:rPr lang="en-US" sz="1050" dirty="0"/>
                        <a:t>, </a:t>
                      </a:r>
                      <a:r>
                        <a:rPr lang="en-US" sz="1050" dirty="0" err="1"/>
                        <a:t>báo</a:t>
                      </a:r>
                      <a:r>
                        <a:rPr lang="en-US" sz="1050" dirty="0"/>
                        <a:t> </a:t>
                      </a:r>
                      <a:r>
                        <a:rPr lang="en-US" sz="1050" dirty="0" err="1"/>
                        <a:t>quan</a:t>
                      </a:r>
                      <a:r>
                        <a:rPr lang="en-US" sz="1050" dirty="0"/>
                        <a:t> </a:t>
                      </a:r>
                      <a:r>
                        <a:rPr lang="en-US" sz="1050" dirty="0" err="1"/>
                        <a:t>và</a:t>
                      </a:r>
                      <a:r>
                        <a:rPr lang="en-US" sz="1050" dirty="0"/>
                        <a:t> </a:t>
                      </a:r>
                      <a:r>
                        <a:rPr lang="en-US" sz="1050" dirty="0" err="1"/>
                        <a:t>chứng</a:t>
                      </a:r>
                      <a:r>
                        <a:rPr lang="en-US" sz="1050" dirty="0"/>
                        <a:t> </a:t>
                      </a:r>
                      <a:r>
                        <a:rPr lang="en-US" sz="1050" dirty="0" err="1"/>
                        <a:t>từ</a:t>
                      </a:r>
                      <a:r>
                        <a:rPr lang="en-US" sz="1050" dirty="0"/>
                        <a:t> </a:t>
                      </a:r>
                      <a:r>
                        <a:rPr lang="en-US" sz="1050" dirty="0" err="1"/>
                        <a:t>liên</a:t>
                      </a:r>
                      <a:r>
                        <a:rPr lang="en-US" sz="1050" dirty="0"/>
                        <a:t> </a:t>
                      </a:r>
                      <a:r>
                        <a:rPr lang="en-US" sz="1050" dirty="0" err="1"/>
                        <a:t>quan</a:t>
                      </a:r>
                      <a:r>
                        <a:rPr lang="en-US" sz="1050" dirty="0"/>
                        <a:t>. </a:t>
                      </a:r>
                    </a:p>
                    <a:p>
                      <a:pPr lvl="0"/>
                      <a:r>
                        <a:rPr lang="en-US" sz="1050" dirty="0" err="1"/>
                        <a:t>持續追蹤客戶付款進度</a:t>
                      </a:r>
                      <a:r>
                        <a:rPr lang="en-US" sz="1050" dirty="0"/>
                        <a:t>。 </a:t>
                      </a:r>
                    </a:p>
                    <a:p>
                      <a:pPr lvl="0"/>
                      <a:r>
                        <a:rPr lang="en-US" sz="1050" dirty="0" err="1"/>
                        <a:t>追蹤客戶合約確認結果</a:t>
                      </a:r>
                      <a:r>
                        <a:rPr lang="en-US" sz="1050" dirty="0"/>
                        <a:t>。 </a:t>
                      </a:r>
                    </a:p>
                    <a:p>
                      <a:pPr lvl="0"/>
                      <a:r>
                        <a:rPr lang="en-US" sz="1050" dirty="0" err="1"/>
                        <a:t>完成出貨、報關及相關文件整理</a:t>
                      </a:r>
                      <a:r>
                        <a:rPr lang="en-US" sz="1050" dirty="0"/>
                        <a:t>。</a:t>
                      </a:r>
                    </a:p>
                    <a:p>
                      <a:endParaRPr lang="zh-CN" altLang="en-US" sz="105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lang="en-US" sz="1050" dirty="0">
                          <a:sym typeface="+mn-ea"/>
                        </a:rPr>
                        <a:t>1.</a:t>
                      </a:r>
                      <a:r>
                        <a:rPr lang="en-US" sz="1050" dirty="0"/>
                        <a:t> </a:t>
                      </a:r>
                      <a:r>
                        <a:rPr lang="en-US" sz="1050" dirty="0" err="1"/>
                        <a:t>Tiếp</a:t>
                      </a:r>
                      <a:r>
                        <a:rPr lang="en-US" sz="1050" dirty="0"/>
                        <a:t> </a:t>
                      </a:r>
                      <a:r>
                        <a:rPr lang="en-US" sz="1050" dirty="0" err="1"/>
                        <a:t>tục</a:t>
                      </a:r>
                      <a:r>
                        <a:rPr lang="en-US" sz="1050" dirty="0"/>
                        <a:t> </a:t>
                      </a:r>
                      <a:r>
                        <a:rPr lang="en-US" sz="1050" dirty="0" err="1"/>
                        <a:t>theo</a:t>
                      </a:r>
                      <a:r>
                        <a:rPr lang="en-US" sz="1050" dirty="0"/>
                        <a:t> </a:t>
                      </a:r>
                      <a:r>
                        <a:rPr lang="en-US" sz="1050" dirty="0" err="1"/>
                        <a:t>dõi</a:t>
                      </a:r>
                      <a:r>
                        <a:rPr lang="en-US" sz="1050" dirty="0"/>
                        <a:t> </a:t>
                      </a:r>
                      <a:r>
                        <a:rPr lang="en-US" sz="1050" dirty="0" err="1"/>
                        <a:t>tiến</a:t>
                      </a:r>
                      <a:r>
                        <a:rPr lang="en-US" sz="1050" dirty="0"/>
                        <a:t> </a:t>
                      </a:r>
                      <a:r>
                        <a:rPr lang="en-US" sz="1050" dirty="0" err="1"/>
                        <a:t>độ</a:t>
                      </a:r>
                      <a:r>
                        <a:rPr lang="en-US" sz="1050" dirty="0"/>
                        <a:t> </a:t>
                      </a:r>
                      <a:r>
                        <a:rPr lang="en-US" sz="1050" dirty="0" err="1"/>
                        <a:t>các</a:t>
                      </a:r>
                      <a:r>
                        <a:rPr lang="en-US" sz="1050" dirty="0"/>
                        <a:t> </a:t>
                      </a:r>
                      <a:r>
                        <a:rPr lang="en-US" sz="1050" dirty="0" err="1"/>
                        <a:t>đơn</a:t>
                      </a:r>
                      <a:r>
                        <a:rPr lang="en-US" sz="1050" dirty="0"/>
                        <a:t> </a:t>
                      </a:r>
                      <a:r>
                        <a:rPr lang="en-US" sz="1050" dirty="0" err="1"/>
                        <a:t>hàng</a:t>
                      </a:r>
                      <a:r>
                        <a:rPr lang="en-US" sz="1050" dirty="0"/>
                        <a:t> </a:t>
                      </a:r>
                      <a:r>
                        <a:rPr lang="en-US" sz="1050" dirty="0" err="1"/>
                        <a:t>và</a:t>
                      </a:r>
                      <a:r>
                        <a:rPr lang="en-US" sz="1050" dirty="0"/>
                        <a:t> </a:t>
                      </a:r>
                      <a:r>
                        <a:rPr lang="en-US" sz="1050" dirty="0" err="1"/>
                        <a:t>mã</a:t>
                      </a:r>
                      <a:r>
                        <a:rPr lang="en-US" sz="1050" dirty="0"/>
                        <a:t> </a:t>
                      </a:r>
                      <a:r>
                        <a:rPr lang="en-US" sz="1050" dirty="0" err="1"/>
                        <a:t>hàng</a:t>
                      </a:r>
                      <a:r>
                        <a:rPr lang="en-US" sz="1050" dirty="0"/>
                        <a:t> </a:t>
                      </a:r>
                      <a:r>
                        <a:rPr lang="en-US" sz="1050" dirty="0" err="1"/>
                        <a:t>mới</a:t>
                      </a:r>
                      <a:r>
                        <a:rPr lang="en-US" sz="1050" dirty="0"/>
                        <a:t> </a:t>
                      </a:r>
                      <a:r>
                        <a:rPr lang="en-US" sz="1050" dirty="0" err="1"/>
                        <a:t>của</a:t>
                      </a:r>
                      <a:r>
                        <a:rPr lang="en-US" sz="1050" dirty="0"/>
                        <a:t> CX; </a:t>
                      </a:r>
                      <a:r>
                        <a:rPr lang="en-US" sz="1050" dirty="0" err="1"/>
                        <a:t>xử</a:t>
                      </a:r>
                      <a:r>
                        <a:rPr lang="en-US" sz="1050" dirty="0"/>
                        <a:t> </a:t>
                      </a:r>
                      <a:r>
                        <a:rPr lang="en-US" sz="1050" dirty="0" err="1"/>
                        <a:t>lý</a:t>
                      </a:r>
                      <a:r>
                        <a:rPr lang="en-US" sz="1050" dirty="0"/>
                        <a:t> </a:t>
                      </a:r>
                      <a:r>
                        <a:rPr lang="en-US" sz="1050" dirty="0" err="1"/>
                        <a:t>và</a:t>
                      </a:r>
                      <a:r>
                        <a:rPr lang="en-US" sz="1050" dirty="0"/>
                        <a:t> </a:t>
                      </a:r>
                      <a:r>
                        <a:rPr lang="en-US" sz="1050" dirty="0" err="1"/>
                        <a:t>gửi</a:t>
                      </a:r>
                      <a:r>
                        <a:rPr lang="en-US" sz="1050" dirty="0"/>
                        <a:t> </a:t>
                      </a:r>
                      <a:r>
                        <a:rPr lang="en-US" sz="1050" dirty="0" err="1"/>
                        <a:t>báo</a:t>
                      </a:r>
                      <a:r>
                        <a:rPr lang="en-US" sz="1050" dirty="0"/>
                        <a:t> </a:t>
                      </a:r>
                      <a:r>
                        <a:rPr lang="en-US" sz="1050" dirty="0" err="1"/>
                        <a:t>giá</a:t>
                      </a:r>
                      <a:r>
                        <a:rPr lang="en-US" sz="1050" dirty="0"/>
                        <a:t> </a:t>
                      </a:r>
                      <a:r>
                        <a:rPr lang="en-US" sz="1050" dirty="0" err="1"/>
                        <a:t>theo</a:t>
                      </a:r>
                      <a:r>
                        <a:rPr lang="en-US" sz="1050" dirty="0"/>
                        <a:t> </a:t>
                      </a:r>
                      <a:r>
                        <a:rPr lang="en-US" sz="1050" dirty="0" err="1"/>
                        <a:t>yêu</a:t>
                      </a:r>
                      <a:r>
                        <a:rPr lang="en-US" sz="1050" dirty="0"/>
                        <a:t> </a:t>
                      </a:r>
                      <a:r>
                        <a:rPr lang="en-US" sz="1050" dirty="0" err="1"/>
                        <a:t>cầu</a:t>
                      </a:r>
                      <a:r>
                        <a:rPr lang="en-US" sz="1050" dirty="0"/>
                        <a:t>; </a:t>
                      </a:r>
                      <a:r>
                        <a:rPr lang="en-US" sz="1050" dirty="0" err="1"/>
                        <a:t>theo</a:t>
                      </a:r>
                      <a:r>
                        <a:rPr lang="en-US" sz="1050" dirty="0"/>
                        <a:t> </a:t>
                      </a:r>
                      <a:r>
                        <a:rPr lang="en-US" sz="1050" dirty="0" err="1"/>
                        <a:t>dõi</a:t>
                      </a:r>
                      <a:r>
                        <a:rPr lang="en-US" sz="1050" dirty="0"/>
                        <a:t> </a:t>
                      </a:r>
                      <a:r>
                        <a:rPr lang="en-US" sz="1050" dirty="0" err="1"/>
                        <a:t>các</a:t>
                      </a:r>
                      <a:r>
                        <a:rPr lang="en-US" sz="1050" dirty="0"/>
                        <a:t> </a:t>
                      </a:r>
                      <a:r>
                        <a:rPr lang="en-US" sz="1050" dirty="0" err="1"/>
                        <a:t>hợp</a:t>
                      </a:r>
                      <a:r>
                        <a:rPr lang="en-US" sz="1050" dirty="0"/>
                        <a:t> </a:t>
                      </a:r>
                      <a:r>
                        <a:rPr lang="en-US" sz="1050" dirty="0" err="1"/>
                        <a:t>đồng</a:t>
                      </a:r>
                      <a:r>
                        <a:rPr lang="en-US" sz="1050" dirty="0"/>
                        <a:t> </a:t>
                      </a:r>
                      <a:r>
                        <a:rPr lang="en-US" sz="1050" dirty="0" err="1"/>
                        <a:t>đang</a:t>
                      </a:r>
                      <a:r>
                        <a:rPr lang="en-US" sz="1050" dirty="0"/>
                        <a:t> </a:t>
                      </a:r>
                      <a:r>
                        <a:rPr lang="en-US" sz="1050" dirty="0" err="1"/>
                        <a:t>thực</a:t>
                      </a:r>
                      <a:r>
                        <a:rPr lang="en-US" sz="1050" dirty="0"/>
                        <a:t> </a:t>
                      </a:r>
                      <a:r>
                        <a:rPr lang="en-US" sz="1050" dirty="0" err="1"/>
                        <a:t>hiện</a:t>
                      </a:r>
                      <a:r>
                        <a:rPr lang="en-US" sz="1050" dirty="0"/>
                        <a:t>; </a:t>
                      </a:r>
                      <a:r>
                        <a:rPr lang="en-US" sz="1050" dirty="0" err="1"/>
                        <a:t>cập</a:t>
                      </a:r>
                      <a:r>
                        <a:rPr lang="en-US" sz="1050" dirty="0"/>
                        <a:t> </a:t>
                      </a:r>
                      <a:r>
                        <a:rPr lang="en-US" sz="1050" dirty="0" err="1"/>
                        <a:t>nhật</a:t>
                      </a:r>
                      <a:r>
                        <a:rPr lang="en-US" sz="1050" dirty="0"/>
                        <a:t> </a:t>
                      </a:r>
                      <a:r>
                        <a:rPr lang="en-US" sz="1050" dirty="0" err="1"/>
                        <a:t>bảng</a:t>
                      </a:r>
                      <a:r>
                        <a:rPr lang="en-US" sz="1050" dirty="0"/>
                        <a:t> </a:t>
                      </a:r>
                      <a:r>
                        <a:rPr lang="en-US" sz="1050" dirty="0" err="1"/>
                        <a:t>công</a:t>
                      </a:r>
                      <a:r>
                        <a:rPr lang="en-US" sz="1050" dirty="0"/>
                        <a:t> </a:t>
                      </a:r>
                      <a:r>
                        <a:rPr lang="en-US" sz="1050" dirty="0" err="1"/>
                        <a:t>nợ</a:t>
                      </a:r>
                      <a:r>
                        <a:rPr lang="en-US" sz="1050" dirty="0"/>
                        <a:t>, </a:t>
                      </a:r>
                      <a:r>
                        <a:rPr lang="en-US" sz="1050" dirty="0" err="1"/>
                        <a:t>liên</a:t>
                      </a:r>
                      <a:r>
                        <a:rPr lang="en-US" sz="1050" dirty="0"/>
                        <a:t> </a:t>
                      </a:r>
                      <a:r>
                        <a:rPr lang="en-US" sz="1050" dirty="0" err="1"/>
                        <a:t>hệ</a:t>
                      </a:r>
                      <a:r>
                        <a:rPr lang="en-US" sz="1050" dirty="0"/>
                        <a:t> </a:t>
                      </a:r>
                      <a:r>
                        <a:rPr lang="en-US" sz="1050" dirty="0" err="1"/>
                        <a:t>khách</a:t>
                      </a:r>
                      <a:r>
                        <a:rPr lang="en-US" sz="1050" dirty="0"/>
                        <a:t> </a:t>
                      </a:r>
                      <a:r>
                        <a:rPr lang="en-US" sz="1050" dirty="0" err="1"/>
                        <a:t>hàng</a:t>
                      </a:r>
                      <a:r>
                        <a:rPr lang="en-US" sz="1050" dirty="0"/>
                        <a:t> </a:t>
                      </a:r>
                      <a:r>
                        <a:rPr lang="en-US" sz="1050" dirty="0" err="1"/>
                        <a:t>xác</a:t>
                      </a:r>
                      <a:r>
                        <a:rPr lang="en-US" sz="1050" dirty="0"/>
                        <a:t> </a:t>
                      </a:r>
                      <a:r>
                        <a:rPr lang="en-US" sz="1050" dirty="0" err="1"/>
                        <a:t>nhận</a:t>
                      </a:r>
                      <a:r>
                        <a:rPr lang="en-US" sz="1050" dirty="0"/>
                        <a:t> </a:t>
                      </a:r>
                      <a:r>
                        <a:rPr lang="en-US" sz="1050" dirty="0" err="1"/>
                        <a:t>kế</a:t>
                      </a:r>
                      <a:r>
                        <a:rPr lang="en-US" sz="1050" dirty="0"/>
                        <a:t> </a:t>
                      </a:r>
                      <a:r>
                        <a:rPr lang="en-US" sz="1050" dirty="0" err="1"/>
                        <a:t>hoạch</a:t>
                      </a:r>
                      <a:r>
                        <a:rPr lang="en-US" sz="1050" dirty="0"/>
                        <a:t> </a:t>
                      </a:r>
                      <a:r>
                        <a:rPr lang="en-US" sz="1050" dirty="0" err="1"/>
                        <a:t>thanh</a:t>
                      </a:r>
                      <a:r>
                        <a:rPr lang="en-US" sz="1050" dirty="0"/>
                        <a:t> </a:t>
                      </a:r>
                      <a:r>
                        <a:rPr lang="en-US" sz="1050" dirty="0" err="1"/>
                        <a:t>toán</a:t>
                      </a:r>
                      <a:r>
                        <a:rPr lang="en-US" sz="1050" dirty="0"/>
                        <a:t> </a:t>
                      </a:r>
                      <a:r>
                        <a:rPr lang="en-US" sz="1050" dirty="0" err="1"/>
                        <a:t>và</a:t>
                      </a:r>
                      <a:r>
                        <a:rPr lang="en-US" sz="1050" dirty="0"/>
                        <a:t> </a:t>
                      </a:r>
                      <a:r>
                        <a:rPr lang="en-US" sz="1050" dirty="0" err="1"/>
                        <a:t>thúc</a:t>
                      </a:r>
                      <a:r>
                        <a:rPr lang="en-US" sz="1050" dirty="0"/>
                        <a:t> </a:t>
                      </a:r>
                      <a:r>
                        <a:rPr lang="en-US" sz="1050" dirty="0" err="1"/>
                        <a:t>đẩy</a:t>
                      </a:r>
                      <a:r>
                        <a:rPr lang="en-US" sz="1050" dirty="0"/>
                        <a:t> </a:t>
                      </a:r>
                      <a:r>
                        <a:rPr lang="en-US" sz="1050" dirty="0" err="1"/>
                        <a:t>các</a:t>
                      </a:r>
                      <a:r>
                        <a:rPr lang="en-US" sz="1050" dirty="0"/>
                        <a:t> </a:t>
                      </a:r>
                      <a:r>
                        <a:rPr lang="en-US" sz="1050" dirty="0" err="1"/>
                        <a:t>khoản</a:t>
                      </a:r>
                      <a:r>
                        <a:rPr lang="en-US" sz="1050" dirty="0"/>
                        <a:t> </a:t>
                      </a:r>
                      <a:r>
                        <a:rPr lang="en-US" sz="1050" dirty="0" err="1"/>
                        <a:t>đến</a:t>
                      </a:r>
                      <a:r>
                        <a:rPr lang="en-US" sz="1050" dirty="0"/>
                        <a:t> </a:t>
                      </a:r>
                      <a:r>
                        <a:rPr lang="en-US" sz="1050" dirty="0" err="1"/>
                        <a:t>hạn</a:t>
                      </a:r>
                      <a:r>
                        <a:rPr lang="en-US" sz="1050" dirty="0"/>
                        <a:t>; </a:t>
                      </a:r>
                      <a:r>
                        <a:rPr lang="en-US" sz="1050" dirty="0" err="1"/>
                        <a:t>đồng</a:t>
                      </a:r>
                      <a:r>
                        <a:rPr lang="en-US" sz="1050" dirty="0"/>
                        <a:t> </a:t>
                      </a:r>
                      <a:r>
                        <a:rPr lang="en-US" sz="1050" dirty="0" err="1"/>
                        <a:t>thời</a:t>
                      </a:r>
                      <a:r>
                        <a:rPr lang="en-US" sz="1050" dirty="0"/>
                        <a:t> </a:t>
                      </a:r>
                      <a:r>
                        <a:rPr lang="en-US" sz="1050" dirty="0" err="1"/>
                        <a:t>xử</a:t>
                      </a:r>
                      <a:r>
                        <a:rPr lang="en-US" sz="1050" dirty="0"/>
                        <a:t> </a:t>
                      </a:r>
                      <a:r>
                        <a:rPr lang="en-US" sz="1050" dirty="0" err="1"/>
                        <a:t>lý</a:t>
                      </a:r>
                      <a:r>
                        <a:rPr lang="en-US" sz="1050" dirty="0"/>
                        <a:t> </a:t>
                      </a:r>
                      <a:r>
                        <a:rPr lang="en-US" sz="1050" dirty="0" err="1"/>
                        <a:t>các</a:t>
                      </a:r>
                      <a:r>
                        <a:rPr lang="en-US" sz="1050" dirty="0"/>
                        <a:t> </a:t>
                      </a:r>
                      <a:r>
                        <a:rPr lang="en-US" sz="1050" dirty="0" err="1"/>
                        <a:t>đơn</a:t>
                      </a:r>
                      <a:r>
                        <a:rPr lang="en-US" sz="1050" dirty="0"/>
                        <a:t> </a:t>
                      </a:r>
                      <a:r>
                        <a:rPr lang="en-US" sz="1050" dirty="0" err="1"/>
                        <a:t>hàng</a:t>
                      </a:r>
                      <a:r>
                        <a:rPr lang="en-US" sz="1050" dirty="0"/>
                        <a:t> </a:t>
                      </a:r>
                      <a:r>
                        <a:rPr lang="en-US" sz="1050" dirty="0" err="1"/>
                        <a:t>mới</a:t>
                      </a:r>
                      <a:r>
                        <a:rPr lang="en-US" sz="1050" dirty="0"/>
                        <a:t> </a:t>
                      </a:r>
                      <a:r>
                        <a:rPr lang="en-US" sz="1050" dirty="0" err="1"/>
                        <a:t>và</a:t>
                      </a:r>
                      <a:r>
                        <a:rPr lang="en-US" sz="1050" dirty="0"/>
                        <a:t> </a:t>
                      </a:r>
                      <a:r>
                        <a:rPr lang="en-US" sz="1050" dirty="0" err="1"/>
                        <a:t>công</a:t>
                      </a:r>
                      <a:r>
                        <a:rPr lang="en-US" sz="1050" dirty="0"/>
                        <a:t> </a:t>
                      </a:r>
                      <a:r>
                        <a:rPr lang="en-US" sz="1050" dirty="0" err="1"/>
                        <a:t>việc</a:t>
                      </a:r>
                      <a:r>
                        <a:rPr lang="en-US" sz="1050" dirty="0"/>
                        <a:t> </a:t>
                      </a:r>
                      <a:r>
                        <a:rPr lang="en-US" sz="1050" dirty="0" err="1"/>
                        <a:t>phát</a:t>
                      </a:r>
                      <a:r>
                        <a:rPr lang="en-US" sz="1050" dirty="0"/>
                        <a:t> </a:t>
                      </a:r>
                      <a:r>
                        <a:rPr lang="en-US" sz="1050" dirty="0" err="1"/>
                        <a:t>sinh</a:t>
                      </a:r>
                      <a:r>
                        <a:rPr lang="en-US" sz="1050" dirty="0"/>
                        <a:t>. </a:t>
                      </a:r>
                      <a:r>
                        <a:rPr lang="en-US" sz="1050" dirty="0" err="1"/>
                        <a:t>持續追蹤</a:t>
                      </a:r>
                      <a:r>
                        <a:rPr lang="en-US" sz="1050" dirty="0"/>
                        <a:t> CX 訂單及新料號進度，依客戶需求處理並提供報價；追蹤目前合約處理進度；更新應收帳款追蹤表，聯繫客戶確認付款安排並催收已到期款項；同時處理新訂單及其他臨時工作。</a:t>
                      </a:r>
                      <a:endParaRPr lang="zh-CN" altLang="en-US" sz="1050" dirty="0">
                        <a:sym typeface="+mn-ea"/>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050" dirty="0">
                          <a:sym typeface="+mn-ea"/>
                        </a:rPr>
                        <a:t>1.</a:t>
                      </a:r>
                      <a:r>
                        <a:rPr lang="en-US" altLang="en-US" sz="1050" dirty="0">
                          <a:sym typeface="+mn-ea"/>
                        </a:rPr>
                        <a:t>Cập </a:t>
                      </a:r>
                      <a:r>
                        <a:rPr lang="en-US" altLang="en-US" sz="1050" dirty="0" err="1">
                          <a:sym typeface="+mn-ea"/>
                        </a:rPr>
                        <a:t>nhật</a:t>
                      </a:r>
                      <a:r>
                        <a:rPr lang="en-US" altLang="en-US" sz="1050" dirty="0">
                          <a:sym typeface="+mn-ea"/>
                        </a:rPr>
                        <a:t> </a:t>
                      </a:r>
                      <a:r>
                        <a:rPr lang="en-US" altLang="en-US" sz="1050" dirty="0" err="1">
                          <a:sym typeface="+mn-ea"/>
                        </a:rPr>
                        <a:t>thường</a:t>
                      </a:r>
                      <a:r>
                        <a:rPr lang="en-US" altLang="en-US" sz="1050" dirty="0">
                          <a:sym typeface="+mn-ea"/>
                        </a:rPr>
                        <a:t> </a:t>
                      </a:r>
                      <a:r>
                        <a:rPr lang="en-US" altLang="en-US" sz="1050" dirty="0" err="1">
                          <a:sym typeface="+mn-ea"/>
                        </a:rPr>
                        <a:t>xuyên</a:t>
                      </a:r>
                      <a:r>
                        <a:rPr lang="en-US" altLang="en-US" sz="1050" dirty="0">
                          <a:sym typeface="+mn-ea"/>
                        </a:rPr>
                        <a:t> </a:t>
                      </a:r>
                      <a:r>
                        <a:rPr lang="en-US" altLang="en-US" sz="1050" dirty="0" err="1">
                          <a:sym typeface="+mn-ea"/>
                        </a:rPr>
                        <a:t>bảng</a:t>
                      </a:r>
                      <a:r>
                        <a:rPr lang="en-US" altLang="en-US" sz="1050" dirty="0">
                          <a:sym typeface="+mn-ea"/>
                        </a:rPr>
                        <a:t> </a:t>
                      </a:r>
                      <a:r>
                        <a:rPr lang="en-US" altLang="en-US" sz="1050" dirty="0" err="1">
                          <a:sym typeface="+mn-ea"/>
                        </a:rPr>
                        <a:t>theo</a:t>
                      </a:r>
                      <a:r>
                        <a:rPr lang="en-US" altLang="en-US" sz="1050" dirty="0">
                          <a:sym typeface="+mn-ea"/>
                        </a:rPr>
                        <a:t> </a:t>
                      </a:r>
                      <a:r>
                        <a:rPr lang="en-US" altLang="en-US" sz="1050" dirty="0" err="1">
                          <a:sym typeface="+mn-ea"/>
                        </a:rPr>
                        <a:t>dõi</a:t>
                      </a:r>
                      <a:r>
                        <a:rPr lang="en-US" altLang="en-US" sz="1050" dirty="0">
                          <a:sym typeface="+mn-ea"/>
                        </a:rPr>
                        <a:t> </a:t>
                      </a:r>
                      <a:r>
                        <a:rPr lang="en-US" altLang="en-US" sz="1050" dirty="0" err="1">
                          <a:sym typeface="+mn-ea"/>
                        </a:rPr>
                        <a:t>tiến</a:t>
                      </a:r>
                      <a:r>
                        <a:rPr lang="en-US" altLang="en-US" sz="1050" dirty="0">
                          <a:sym typeface="+mn-ea"/>
                        </a:rPr>
                        <a:t> </a:t>
                      </a:r>
                      <a:r>
                        <a:rPr lang="en-US" altLang="en-US" sz="1050" dirty="0" err="1">
                          <a:sym typeface="+mn-ea"/>
                        </a:rPr>
                        <a:t>độ</a:t>
                      </a:r>
                      <a:r>
                        <a:rPr lang="en-US" altLang="en-US" sz="1050" dirty="0">
                          <a:sym typeface="+mn-ea"/>
                        </a:rPr>
                        <a:t> </a:t>
                      </a:r>
                      <a:r>
                        <a:rPr lang="en-US" altLang="en-US" sz="1050" dirty="0" err="1">
                          <a:sym typeface="+mn-ea"/>
                        </a:rPr>
                        <a:t>dự</a:t>
                      </a:r>
                      <a:r>
                        <a:rPr lang="en-US" altLang="en-US" sz="1050" dirty="0">
                          <a:sym typeface="+mn-ea"/>
                        </a:rPr>
                        <a:t> </a:t>
                      </a:r>
                      <a:r>
                        <a:rPr lang="en-US" altLang="en-US" sz="1050" dirty="0" err="1">
                          <a:sym typeface="+mn-ea"/>
                        </a:rPr>
                        <a:t>án</a:t>
                      </a:r>
                      <a:r>
                        <a:rPr lang="en-US" altLang="en-US" sz="1050" dirty="0">
                          <a:sym typeface="+mn-ea"/>
                        </a:rPr>
                        <a:t> </a:t>
                      </a:r>
                      <a:r>
                        <a:rPr lang="en-US" altLang="en-US" sz="1050" dirty="0" err="1">
                          <a:sym typeface="+mn-ea"/>
                        </a:rPr>
                        <a:t>và</a:t>
                      </a:r>
                      <a:r>
                        <a:rPr lang="en-US" altLang="en-US" sz="1050" dirty="0">
                          <a:sym typeface="+mn-ea"/>
                        </a:rPr>
                        <a:t> </a:t>
                      </a:r>
                      <a:r>
                        <a:rPr lang="en-US" altLang="en-US" sz="1050" dirty="0" err="1">
                          <a:sym typeface="+mn-ea"/>
                        </a:rPr>
                        <a:t>bảng</a:t>
                      </a:r>
                      <a:r>
                        <a:rPr lang="en-US" altLang="en-US" sz="1050" dirty="0">
                          <a:sym typeface="+mn-ea"/>
                        </a:rPr>
                        <a:t> </a:t>
                      </a:r>
                      <a:r>
                        <a:rPr lang="en-US" altLang="en-US" sz="1050" dirty="0" err="1">
                          <a:sym typeface="+mn-ea"/>
                        </a:rPr>
                        <a:t>theo</a:t>
                      </a:r>
                      <a:r>
                        <a:rPr lang="en-US" altLang="en-US" sz="1050" dirty="0">
                          <a:sym typeface="+mn-ea"/>
                        </a:rPr>
                        <a:t> </a:t>
                      </a:r>
                      <a:r>
                        <a:rPr lang="en-US" altLang="en-US" sz="1050" dirty="0" err="1">
                          <a:sym typeface="+mn-ea"/>
                        </a:rPr>
                        <a:t>dõi</a:t>
                      </a:r>
                      <a:r>
                        <a:rPr lang="en-US" altLang="en-US" sz="1050" dirty="0">
                          <a:sym typeface="+mn-ea"/>
                        </a:rPr>
                        <a:t> </a:t>
                      </a:r>
                      <a:r>
                        <a:rPr lang="en-US" altLang="en-US" sz="1050" dirty="0" err="1">
                          <a:sym typeface="+mn-ea"/>
                        </a:rPr>
                        <a:t>công</a:t>
                      </a:r>
                      <a:r>
                        <a:rPr lang="en-US" altLang="en-US" sz="1050" dirty="0">
                          <a:sym typeface="+mn-ea"/>
                        </a:rPr>
                        <a:t> </a:t>
                      </a:r>
                      <a:r>
                        <a:rPr lang="en-US" altLang="en-US" sz="1050" dirty="0" err="1">
                          <a:sym typeface="+mn-ea"/>
                        </a:rPr>
                        <a:t>nợ</a:t>
                      </a:r>
                      <a:r>
                        <a:rPr lang="en-US" altLang="en-US" sz="1050" dirty="0">
                          <a:sym typeface="+mn-ea"/>
                        </a:rPr>
                        <a:t>, </a:t>
                      </a:r>
                      <a:r>
                        <a:rPr lang="en-US" altLang="en-US" sz="1050" dirty="0" err="1">
                          <a:sym typeface="+mn-ea"/>
                        </a:rPr>
                        <a:t>đảm</a:t>
                      </a:r>
                      <a:r>
                        <a:rPr lang="en-US" altLang="en-US" sz="1050" dirty="0">
                          <a:sym typeface="+mn-ea"/>
                        </a:rPr>
                        <a:t> </a:t>
                      </a:r>
                      <a:r>
                        <a:rPr lang="en-US" altLang="en-US" sz="1050" dirty="0" err="1">
                          <a:sym typeface="+mn-ea"/>
                        </a:rPr>
                        <a:t>bảo</a:t>
                      </a:r>
                      <a:r>
                        <a:rPr lang="en-US" altLang="en-US" sz="1050" dirty="0">
                          <a:sym typeface="+mn-ea"/>
                        </a:rPr>
                        <a:t> </a:t>
                      </a:r>
                      <a:r>
                        <a:rPr lang="en-US" altLang="en-US" sz="1050" dirty="0" err="1">
                          <a:sym typeface="+mn-ea"/>
                        </a:rPr>
                        <a:t>tình</a:t>
                      </a:r>
                      <a:r>
                        <a:rPr lang="en-US" altLang="en-US" sz="1050" dirty="0">
                          <a:sym typeface="+mn-ea"/>
                        </a:rPr>
                        <a:t> </a:t>
                      </a:r>
                      <a:r>
                        <a:rPr lang="en-US" altLang="en-US" sz="1050" dirty="0" err="1">
                          <a:sym typeface="+mn-ea"/>
                        </a:rPr>
                        <a:t>trạng</a:t>
                      </a:r>
                      <a:r>
                        <a:rPr lang="en-US" altLang="en-US" sz="1050" dirty="0">
                          <a:sym typeface="+mn-ea"/>
                        </a:rPr>
                        <a:t> </a:t>
                      </a:r>
                      <a:r>
                        <a:rPr lang="en-US" altLang="en-US" sz="1050" dirty="0" err="1">
                          <a:sym typeface="+mn-ea"/>
                        </a:rPr>
                        <a:t>của</a:t>
                      </a:r>
                      <a:r>
                        <a:rPr lang="en-US" altLang="en-US" sz="1050" dirty="0">
                          <a:sym typeface="+mn-ea"/>
                        </a:rPr>
                        <a:t> </a:t>
                      </a:r>
                      <a:r>
                        <a:rPr lang="en-US" altLang="en-US" sz="1050" dirty="0" err="1">
                          <a:sym typeface="+mn-ea"/>
                        </a:rPr>
                        <a:t>từng</a:t>
                      </a:r>
                      <a:r>
                        <a:rPr lang="en-US" altLang="en-US" sz="1050" dirty="0">
                          <a:sym typeface="+mn-ea"/>
                        </a:rPr>
                        <a:t> </a:t>
                      </a:r>
                      <a:r>
                        <a:rPr lang="en-US" altLang="en-US" sz="1050" dirty="0" err="1">
                          <a:sym typeface="+mn-ea"/>
                        </a:rPr>
                        <a:t>dự</a:t>
                      </a:r>
                      <a:r>
                        <a:rPr lang="en-US" altLang="en-US" sz="1050" dirty="0">
                          <a:sym typeface="+mn-ea"/>
                        </a:rPr>
                        <a:t> </a:t>
                      </a:r>
                      <a:r>
                        <a:rPr lang="en-US" altLang="en-US" sz="1050" dirty="0" err="1">
                          <a:sym typeface="+mn-ea"/>
                        </a:rPr>
                        <a:t>án</a:t>
                      </a:r>
                      <a:r>
                        <a:rPr lang="en-US" altLang="en-US" sz="1050" dirty="0">
                          <a:sym typeface="+mn-ea"/>
                        </a:rPr>
                        <a:t>, </a:t>
                      </a:r>
                      <a:r>
                        <a:rPr lang="en-US" altLang="en-US" sz="1050" dirty="0" err="1">
                          <a:sym typeface="+mn-ea"/>
                        </a:rPr>
                        <a:t>đơn</a:t>
                      </a:r>
                      <a:r>
                        <a:rPr lang="en-US" altLang="en-US" sz="1050" dirty="0">
                          <a:sym typeface="+mn-ea"/>
                        </a:rPr>
                        <a:t> </a:t>
                      </a:r>
                      <a:r>
                        <a:rPr lang="en-US" altLang="en-US" sz="1050" dirty="0" err="1">
                          <a:sym typeface="+mn-ea"/>
                        </a:rPr>
                        <a:t>hàng</a:t>
                      </a:r>
                      <a:r>
                        <a:rPr lang="en-US" altLang="en-US" sz="1050" dirty="0">
                          <a:sym typeface="+mn-ea"/>
                        </a:rPr>
                        <a:t> </a:t>
                      </a:r>
                      <a:r>
                        <a:rPr lang="en-US" altLang="en-US" sz="1050" dirty="0" err="1">
                          <a:sym typeface="+mn-ea"/>
                        </a:rPr>
                        <a:t>và</a:t>
                      </a:r>
                      <a:r>
                        <a:rPr lang="en-US" altLang="en-US" sz="1050" dirty="0">
                          <a:sym typeface="+mn-ea"/>
                        </a:rPr>
                        <a:t> </a:t>
                      </a:r>
                      <a:r>
                        <a:rPr lang="en-US" altLang="en-US" sz="1050" dirty="0" err="1">
                          <a:sym typeface="+mn-ea"/>
                        </a:rPr>
                        <a:t>khoản</a:t>
                      </a:r>
                      <a:r>
                        <a:rPr lang="en-US" altLang="en-US" sz="1050" dirty="0">
                          <a:sym typeface="+mn-ea"/>
                        </a:rPr>
                        <a:t> </a:t>
                      </a:r>
                      <a:r>
                        <a:rPr lang="en-US" altLang="en-US" sz="1050" dirty="0" err="1">
                          <a:sym typeface="+mn-ea"/>
                        </a:rPr>
                        <a:t>thanh</a:t>
                      </a:r>
                      <a:r>
                        <a:rPr lang="en-US" altLang="en-US" sz="1050" dirty="0">
                          <a:sym typeface="+mn-ea"/>
                        </a:rPr>
                        <a:t> </a:t>
                      </a:r>
                      <a:r>
                        <a:rPr lang="en-US" altLang="en-US" sz="1050" dirty="0" err="1">
                          <a:sym typeface="+mn-ea"/>
                        </a:rPr>
                        <a:t>toán</a:t>
                      </a:r>
                      <a:r>
                        <a:rPr lang="en-US" altLang="en-US" sz="1050" dirty="0">
                          <a:sym typeface="+mn-ea"/>
                        </a:rPr>
                        <a:t> </a:t>
                      </a:r>
                      <a:r>
                        <a:rPr lang="en-US" altLang="en-US" sz="1050" dirty="0" err="1">
                          <a:sym typeface="+mn-ea"/>
                        </a:rPr>
                        <a:t>được</a:t>
                      </a:r>
                      <a:r>
                        <a:rPr lang="en-US" altLang="en-US" sz="1050" dirty="0">
                          <a:sym typeface="+mn-ea"/>
                        </a:rPr>
                        <a:t> </a:t>
                      </a:r>
                      <a:r>
                        <a:rPr lang="en-US" altLang="en-US" sz="1050" dirty="0" err="1">
                          <a:sym typeface="+mn-ea"/>
                        </a:rPr>
                        <a:t>thể</a:t>
                      </a:r>
                      <a:r>
                        <a:rPr lang="en-US" altLang="en-US" sz="1050" dirty="0">
                          <a:sym typeface="+mn-ea"/>
                        </a:rPr>
                        <a:t> </a:t>
                      </a:r>
                      <a:r>
                        <a:rPr lang="en-US" altLang="en-US" sz="1050" dirty="0" err="1">
                          <a:sym typeface="+mn-ea"/>
                        </a:rPr>
                        <a:t>hiện</a:t>
                      </a:r>
                      <a:r>
                        <a:rPr lang="en-US" altLang="en-US" sz="1050" dirty="0">
                          <a:sym typeface="+mn-ea"/>
                        </a:rPr>
                        <a:t> </a:t>
                      </a:r>
                      <a:r>
                        <a:rPr lang="en-US" altLang="en-US" sz="1050" dirty="0" err="1">
                          <a:sym typeface="+mn-ea"/>
                        </a:rPr>
                        <a:t>rõ</a:t>
                      </a:r>
                      <a:r>
                        <a:rPr lang="en-US" altLang="en-US" sz="1050" dirty="0">
                          <a:sym typeface="+mn-ea"/>
                        </a:rPr>
                        <a:t> </a:t>
                      </a:r>
                      <a:r>
                        <a:rPr lang="en-US" altLang="en-US" sz="1050" dirty="0" err="1">
                          <a:sym typeface="+mn-ea"/>
                        </a:rPr>
                        <a:t>ràng</a:t>
                      </a:r>
                      <a:r>
                        <a:rPr lang="en-US" altLang="en-US" sz="1050" dirty="0">
                          <a:sym typeface="+mn-ea"/>
                        </a:rPr>
                        <a:t>.</a:t>
                      </a:r>
                      <a:r>
                        <a:rPr lang="zh-CN" altLang="en-US" sz="1050" dirty="0">
                          <a:sym typeface="+mn-ea"/>
                        </a:rPr>
                        <a:t>持續更新專案進度追蹤表及應收帳款追蹤表，確保各專案、訂單及付款狀況皆能清楚呈現。</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050" dirty="0">
                          <a:sym typeface="+mn-ea"/>
                        </a:rPr>
                        <a:t>1.</a:t>
                      </a:r>
                      <a:r>
                        <a:rPr lang="en-US" altLang="en-US" sz="1050" dirty="0">
                          <a:sym typeface="+mn-ea"/>
                        </a:rPr>
                        <a:t>Phối </a:t>
                      </a:r>
                      <a:r>
                        <a:rPr lang="en-US" altLang="en-US" sz="1050" dirty="0" err="1">
                          <a:sym typeface="+mn-ea"/>
                        </a:rPr>
                        <a:t>hợp</a:t>
                      </a:r>
                      <a:r>
                        <a:rPr lang="en-US" altLang="en-US" sz="1050" dirty="0">
                          <a:sym typeface="+mn-ea"/>
                        </a:rPr>
                        <a:t> </a:t>
                      </a:r>
                      <a:r>
                        <a:rPr lang="en-US" altLang="en-US" sz="1050" dirty="0" err="1">
                          <a:sym typeface="+mn-ea"/>
                        </a:rPr>
                        <a:t>với</a:t>
                      </a:r>
                      <a:r>
                        <a:rPr lang="en-US" altLang="en-US" sz="1050" dirty="0">
                          <a:sym typeface="+mn-ea"/>
                        </a:rPr>
                        <a:t> </a:t>
                      </a:r>
                      <a:r>
                        <a:rPr lang="en-US" altLang="en-US" sz="1050" dirty="0" err="1">
                          <a:sym typeface="+mn-ea"/>
                        </a:rPr>
                        <a:t>nhà</a:t>
                      </a:r>
                      <a:r>
                        <a:rPr lang="en-US" altLang="en-US" sz="1050" dirty="0">
                          <a:sym typeface="+mn-ea"/>
                        </a:rPr>
                        <a:t> </a:t>
                      </a:r>
                      <a:r>
                        <a:rPr lang="en-US" altLang="en-US" sz="1050" dirty="0" err="1">
                          <a:sym typeface="+mn-ea"/>
                        </a:rPr>
                        <a:t>cung</a:t>
                      </a:r>
                      <a:r>
                        <a:rPr lang="en-US" altLang="en-US" sz="1050" dirty="0">
                          <a:sym typeface="+mn-ea"/>
                        </a:rPr>
                        <a:t> </a:t>
                      </a:r>
                      <a:r>
                        <a:rPr lang="en-US" altLang="en-US" sz="1050" dirty="0" err="1">
                          <a:sym typeface="+mn-ea"/>
                        </a:rPr>
                        <a:t>cấp</a:t>
                      </a:r>
                      <a:r>
                        <a:rPr lang="en-US" altLang="en-US" sz="1050" dirty="0">
                          <a:sym typeface="+mn-ea"/>
                        </a:rPr>
                        <a:t>, </a:t>
                      </a:r>
                      <a:r>
                        <a:rPr lang="en-US" altLang="en-US" sz="1050" dirty="0" err="1">
                          <a:sym typeface="+mn-ea"/>
                        </a:rPr>
                        <a:t>khách</a:t>
                      </a:r>
                      <a:r>
                        <a:rPr lang="en-US" altLang="en-US" sz="1050" dirty="0">
                          <a:sym typeface="+mn-ea"/>
                        </a:rPr>
                        <a:t> </a:t>
                      </a:r>
                      <a:r>
                        <a:rPr lang="en-US" altLang="en-US" sz="1050" dirty="0" err="1">
                          <a:sym typeface="+mn-ea"/>
                        </a:rPr>
                        <a:t>hàng</a:t>
                      </a:r>
                      <a:r>
                        <a:rPr lang="en-US" altLang="en-US" sz="1050" dirty="0">
                          <a:sym typeface="+mn-ea"/>
                        </a:rPr>
                        <a:t> </a:t>
                      </a:r>
                      <a:r>
                        <a:rPr lang="en-US" altLang="en-US" sz="1050" dirty="0" err="1">
                          <a:sym typeface="+mn-ea"/>
                        </a:rPr>
                        <a:t>và</a:t>
                      </a:r>
                      <a:r>
                        <a:rPr lang="en-US" altLang="en-US" sz="1050" dirty="0">
                          <a:sym typeface="+mn-ea"/>
                        </a:rPr>
                        <a:t> </a:t>
                      </a:r>
                      <a:r>
                        <a:rPr lang="en-US" altLang="en-US" sz="1050" dirty="0" err="1">
                          <a:sym typeface="+mn-ea"/>
                        </a:rPr>
                        <a:t>các</a:t>
                      </a:r>
                      <a:r>
                        <a:rPr lang="en-US" altLang="en-US" sz="1050" dirty="0">
                          <a:sym typeface="+mn-ea"/>
                        </a:rPr>
                        <a:t> </a:t>
                      </a:r>
                      <a:r>
                        <a:rPr lang="en-US" altLang="en-US" sz="1050" dirty="0" err="1">
                          <a:sym typeface="+mn-ea"/>
                        </a:rPr>
                        <a:t>bộ</a:t>
                      </a:r>
                      <a:r>
                        <a:rPr lang="en-US" altLang="en-US" sz="1050" dirty="0">
                          <a:sym typeface="+mn-ea"/>
                        </a:rPr>
                        <a:t> </a:t>
                      </a:r>
                      <a:r>
                        <a:rPr lang="en-US" altLang="en-US" sz="1050" dirty="0" err="1">
                          <a:sym typeface="+mn-ea"/>
                        </a:rPr>
                        <a:t>phận</a:t>
                      </a:r>
                      <a:r>
                        <a:rPr lang="en-US" altLang="en-US" sz="1050" dirty="0">
                          <a:sym typeface="+mn-ea"/>
                        </a:rPr>
                        <a:t> </a:t>
                      </a:r>
                      <a:r>
                        <a:rPr lang="en-US" altLang="en-US" sz="1050" dirty="0" err="1">
                          <a:sym typeface="+mn-ea"/>
                        </a:rPr>
                        <a:t>liên</a:t>
                      </a:r>
                      <a:r>
                        <a:rPr lang="en-US" altLang="en-US" sz="1050" dirty="0">
                          <a:sym typeface="+mn-ea"/>
                        </a:rPr>
                        <a:t> </a:t>
                      </a:r>
                      <a:r>
                        <a:rPr lang="en-US" altLang="en-US" sz="1050" dirty="0" err="1">
                          <a:sym typeface="+mn-ea"/>
                        </a:rPr>
                        <a:t>quan</a:t>
                      </a:r>
                      <a:r>
                        <a:rPr lang="en-US" altLang="en-US" sz="1050" dirty="0">
                          <a:sym typeface="+mn-ea"/>
                        </a:rPr>
                        <a:t> </a:t>
                      </a:r>
                      <a:r>
                        <a:rPr lang="en-US" altLang="en-US" sz="1050" dirty="0" err="1">
                          <a:sym typeface="+mn-ea"/>
                        </a:rPr>
                        <a:t>để</a:t>
                      </a:r>
                      <a:r>
                        <a:rPr lang="en-US" altLang="en-US" sz="1050" dirty="0">
                          <a:sym typeface="+mn-ea"/>
                        </a:rPr>
                        <a:t> </a:t>
                      </a:r>
                      <a:r>
                        <a:rPr lang="en-US" altLang="en-US" sz="1050" dirty="0" err="1">
                          <a:sym typeface="+mn-ea"/>
                        </a:rPr>
                        <a:t>xử</a:t>
                      </a:r>
                      <a:r>
                        <a:rPr lang="en-US" altLang="en-US" sz="1050" dirty="0">
                          <a:sym typeface="+mn-ea"/>
                        </a:rPr>
                        <a:t> </a:t>
                      </a:r>
                      <a:r>
                        <a:rPr lang="en-US" altLang="en-US" sz="1050" dirty="0" err="1">
                          <a:sym typeface="+mn-ea"/>
                        </a:rPr>
                        <a:t>lý</a:t>
                      </a:r>
                      <a:r>
                        <a:rPr lang="en-US" altLang="en-US" sz="1050" dirty="0">
                          <a:sym typeface="+mn-ea"/>
                        </a:rPr>
                        <a:t> </a:t>
                      </a:r>
                      <a:r>
                        <a:rPr lang="en-US" altLang="en-US" sz="1050" dirty="0" err="1">
                          <a:sym typeface="+mn-ea"/>
                        </a:rPr>
                        <a:t>các</a:t>
                      </a:r>
                      <a:r>
                        <a:rPr lang="en-US" altLang="en-US" sz="1050" dirty="0">
                          <a:sym typeface="+mn-ea"/>
                        </a:rPr>
                        <a:t> </a:t>
                      </a:r>
                      <a:r>
                        <a:rPr lang="en-US" altLang="en-US" sz="1050" dirty="0" err="1">
                          <a:sym typeface="+mn-ea"/>
                        </a:rPr>
                        <a:t>vấn</a:t>
                      </a:r>
                      <a:r>
                        <a:rPr lang="en-US" altLang="en-US" sz="1050" dirty="0">
                          <a:sym typeface="+mn-ea"/>
                        </a:rPr>
                        <a:t> </a:t>
                      </a:r>
                      <a:r>
                        <a:rPr lang="en-US" altLang="en-US" sz="1050" dirty="0" err="1">
                          <a:sym typeface="+mn-ea"/>
                        </a:rPr>
                        <a:t>đề</a:t>
                      </a:r>
                      <a:r>
                        <a:rPr lang="en-US" altLang="en-US" sz="1050" dirty="0">
                          <a:sym typeface="+mn-ea"/>
                        </a:rPr>
                        <a:t> </a:t>
                      </a:r>
                      <a:r>
                        <a:rPr lang="en-US" altLang="en-US" sz="1050" dirty="0" err="1">
                          <a:sym typeface="+mn-ea"/>
                        </a:rPr>
                        <a:t>phát</a:t>
                      </a:r>
                      <a:r>
                        <a:rPr lang="en-US" altLang="en-US" sz="1050" dirty="0">
                          <a:sym typeface="+mn-ea"/>
                        </a:rPr>
                        <a:t> </a:t>
                      </a:r>
                      <a:r>
                        <a:rPr lang="en-US" altLang="en-US" sz="1050" dirty="0" err="1">
                          <a:sym typeface="+mn-ea"/>
                        </a:rPr>
                        <a:t>sinh</a:t>
                      </a:r>
                      <a:r>
                        <a:rPr lang="en-US" altLang="en-US" sz="1050" dirty="0">
                          <a:sym typeface="+mn-ea"/>
                        </a:rPr>
                        <a:t>, </a:t>
                      </a:r>
                      <a:r>
                        <a:rPr lang="en-US" altLang="en-US" sz="1050" dirty="0" err="1">
                          <a:sym typeface="+mn-ea"/>
                        </a:rPr>
                        <a:t>tránh</a:t>
                      </a:r>
                      <a:r>
                        <a:rPr lang="en-US" altLang="en-US" sz="1050" dirty="0">
                          <a:sym typeface="+mn-ea"/>
                        </a:rPr>
                        <a:t> </a:t>
                      </a:r>
                      <a:r>
                        <a:rPr lang="en-US" altLang="en-US" sz="1050" dirty="0" err="1">
                          <a:sym typeface="+mn-ea"/>
                        </a:rPr>
                        <a:t>ảnh</a:t>
                      </a:r>
                      <a:r>
                        <a:rPr lang="en-US" altLang="en-US" sz="1050" dirty="0">
                          <a:sym typeface="+mn-ea"/>
                        </a:rPr>
                        <a:t> </a:t>
                      </a:r>
                      <a:r>
                        <a:rPr lang="en-US" altLang="en-US" sz="1050" dirty="0" err="1">
                          <a:sym typeface="+mn-ea"/>
                        </a:rPr>
                        <a:t>hưởng</a:t>
                      </a:r>
                      <a:r>
                        <a:rPr lang="en-US" altLang="en-US" sz="1050" dirty="0">
                          <a:sym typeface="+mn-ea"/>
                        </a:rPr>
                        <a:t> </a:t>
                      </a:r>
                      <a:r>
                        <a:rPr lang="en-US" altLang="en-US" sz="1050" dirty="0" err="1">
                          <a:sym typeface="+mn-ea"/>
                        </a:rPr>
                        <a:t>đến</a:t>
                      </a:r>
                      <a:r>
                        <a:rPr lang="en-US" altLang="en-US" sz="1050" dirty="0">
                          <a:sym typeface="+mn-ea"/>
                        </a:rPr>
                        <a:t> </a:t>
                      </a:r>
                      <a:r>
                        <a:rPr lang="en-US" altLang="en-US" sz="1050" dirty="0" err="1">
                          <a:sym typeface="+mn-ea"/>
                        </a:rPr>
                        <a:t>tiến</a:t>
                      </a:r>
                      <a:r>
                        <a:rPr lang="en-US" altLang="en-US" sz="1050" dirty="0">
                          <a:sym typeface="+mn-ea"/>
                        </a:rPr>
                        <a:t> </a:t>
                      </a:r>
                      <a:r>
                        <a:rPr lang="en-US" altLang="en-US" sz="1050" dirty="0" err="1">
                          <a:sym typeface="+mn-ea"/>
                        </a:rPr>
                        <a:t>độ</a:t>
                      </a:r>
                      <a:r>
                        <a:rPr lang="en-US" altLang="en-US" sz="1050" dirty="0">
                          <a:sym typeface="+mn-ea"/>
                        </a:rPr>
                        <a:t> </a:t>
                      </a:r>
                      <a:r>
                        <a:rPr lang="en-US" altLang="en-US" sz="1050" dirty="0" err="1">
                          <a:sym typeface="+mn-ea"/>
                        </a:rPr>
                        <a:t>giao</a:t>
                      </a:r>
                      <a:r>
                        <a:rPr lang="en-US" altLang="en-US" sz="1050" dirty="0">
                          <a:sym typeface="+mn-ea"/>
                        </a:rPr>
                        <a:t> </a:t>
                      </a:r>
                      <a:r>
                        <a:rPr lang="en-US" altLang="en-US" sz="1050" dirty="0" err="1">
                          <a:sym typeface="+mn-ea"/>
                        </a:rPr>
                        <a:t>hàng</a:t>
                      </a:r>
                      <a:r>
                        <a:rPr lang="en-US" altLang="en-US" sz="1050" dirty="0">
                          <a:sym typeface="+mn-ea"/>
                        </a:rPr>
                        <a:t>, </a:t>
                      </a:r>
                      <a:r>
                        <a:rPr lang="en-US" altLang="en-US" sz="1050" dirty="0" err="1">
                          <a:sym typeface="+mn-ea"/>
                        </a:rPr>
                        <a:t>thi</a:t>
                      </a:r>
                      <a:r>
                        <a:rPr lang="en-US" altLang="en-US" sz="1050" dirty="0">
                          <a:sym typeface="+mn-ea"/>
                        </a:rPr>
                        <a:t> </a:t>
                      </a:r>
                      <a:r>
                        <a:rPr lang="en-US" altLang="en-US" sz="1050" dirty="0" err="1">
                          <a:sym typeface="+mn-ea"/>
                        </a:rPr>
                        <a:t>công</a:t>
                      </a:r>
                      <a:r>
                        <a:rPr lang="en-US" altLang="en-US" sz="1050" dirty="0">
                          <a:sym typeface="+mn-ea"/>
                        </a:rPr>
                        <a:t> </a:t>
                      </a:r>
                      <a:r>
                        <a:rPr lang="en-US" altLang="en-US" sz="1050" dirty="0" err="1">
                          <a:sym typeface="+mn-ea"/>
                        </a:rPr>
                        <a:t>và</a:t>
                      </a:r>
                      <a:r>
                        <a:rPr lang="en-US" altLang="en-US" sz="1050" dirty="0">
                          <a:sym typeface="+mn-ea"/>
                        </a:rPr>
                        <a:t> </a:t>
                      </a:r>
                      <a:r>
                        <a:rPr lang="en-US" altLang="en-US" sz="1050" dirty="0" err="1">
                          <a:sym typeface="+mn-ea"/>
                        </a:rPr>
                        <a:t>nghiệm</a:t>
                      </a:r>
                      <a:r>
                        <a:rPr lang="en-US" altLang="en-US" sz="1050" dirty="0">
                          <a:sym typeface="+mn-ea"/>
                        </a:rPr>
                        <a:t> </a:t>
                      </a:r>
                      <a:r>
                        <a:rPr lang="en-US" altLang="en-US" sz="1050" dirty="0" err="1">
                          <a:sym typeface="+mn-ea"/>
                        </a:rPr>
                        <a:t>thu</a:t>
                      </a:r>
                      <a:r>
                        <a:rPr lang="en-US" altLang="en-US" sz="1050" dirty="0">
                          <a:sym typeface="+mn-ea"/>
                        </a:rPr>
                        <a:t> </a:t>
                      </a:r>
                      <a:r>
                        <a:rPr lang="en-US" altLang="en-US" sz="1050" dirty="0" err="1">
                          <a:sym typeface="+mn-ea"/>
                        </a:rPr>
                        <a:t>của</a:t>
                      </a:r>
                      <a:r>
                        <a:rPr lang="en-US" altLang="en-US" sz="1050" dirty="0">
                          <a:sym typeface="+mn-ea"/>
                        </a:rPr>
                        <a:t> </a:t>
                      </a:r>
                      <a:r>
                        <a:rPr lang="en-US" altLang="en-US" sz="1050" dirty="0" err="1">
                          <a:sym typeface="+mn-ea"/>
                        </a:rPr>
                        <a:t>dự</a:t>
                      </a:r>
                      <a:r>
                        <a:rPr lang="en-US" altLang="en-US" sz="1050" dirty="0">
                          <a:sym typeface="+mn-ea"/>
                        </a:rPr>
                        <a:t> </a:t>
                      </a:r>
                      <a:r>
                        <a:rPr lang="en-US" altLang="en-US" sz="1050" dirty="0" err="1">
                          <a:sym typeface="+mn-ea"/>
                        </a:rPr>
                        <a:t>án</a:t>
                      </a:r>
                      <a:r>
                        <a:rPr lang="zh-CN" altLang="en-US" sz="1050" dirty="0" err="1">
                          <a:sym typeface="+mn-ea"/>
                        </a:rPr>
                        <a:t>與供應商、客戶及相關部門保持溝通與協調，及時處理異常狀況，避免影響交貨、施工及驗收進度。</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050" dirty="0">
                          <a:sym typeface="+mn-ea"/>
                        </a:rPr>
                        <a:t>1.</a:t>
                      </a:r>
                      <a:r>
                        <a:rPr lang="en-US" altLang="en-US" sz="1050" dirty="0">
                          <a:sym typeface="+mn-ea"/>
                        </a:rPr>
                        <a:t>Phối </a:t>
                      </a:r>
                      <a:r>
                        <a:rPr lang="en-US" altLang="en-US" sz="1050" dirty="0" err="1">
                          <a:sym typeface="+mn-ea"/>
                        </a:rPr>
                        <a:t>hợp</a:t>
                      </a:r>
                      <a:r>
                        <a:rPr lang="en-US" altLang="en-US" sz="1050" dirty="0">
                          <a:sym typeface="+mn-ea"/>
                        </a:rPr>
                        <a:t> </a:t>
                      </a:r>
                      <a:r>
                        <a:rPr lang="en-US" altLang="en-US" sz="1050" dirty="0" err="1">
                          <a:sym typeface="+mn-ea"/>
                        </a:rPr>
                        <a:t>với</a:t>
                      </a:r>
                      <a:r>
                        <a:rPr lang="en-US" altLang="en-US" sz="1050" dirty="0">
                          <a:sym typeface="+mn-ea"/>
                        </a:rPr>
                        <a:t> </a:t>
                      </a:r>
                      <a:r>
                        <a:rPr lang="en-US" altLang="en-US" sz="1050" dirty="0" err="1">
                          <a:sym typeface="+mn-ea"/>
                        </a:rPr>
                        <a:t>nhà</a:t>
                      </a:r>
                      <a:r>
                        <a:rPr lang="en-US" altLang="en-US" sz="1050" dirty="0">
                          <a:sym typeface="+mn-ea"/>
                        </a:rPr>
                        <a:t> </a:t>
                      </a:r>
                      <a:r>
                        <a:rPr lang="en-US" altLang="en-US" sz="1050" dirty="0" err="1">
                          <a:sym typeface="+mn-ea"/>
                        </a:rPr>
                        <a:t>cung</a:t>
                      </a:r>
                      <a:r>
                        <a:rPr lang="en-US" altLang="en-US" sz="1050" dirty="0">
                          <a:sym typeface="+mn-ea"/>
                        </a:rPr>
                        <a:t> </a:t>
                      </a:r>
                      <a:r>
                        <a:rPr lang="en-US" altLang="en-US" sz="1050" dirty="0" err="1">
                          <a:sym typeface="+mn-ea"/>
                        </a:rPr>
                        <a:t>cấp</a:t>
                      </a:r>
                      <a:r>
                        <a:rPr lang="en-US" altLang="en-US" sz="1050" dirty="0">
                          <a:sym typeface="+mn-ea"/>
                        </a:rPr>
                        <a:t>, </a:t>
                      </a:r>
                      <a:r>
                        <a:rPr lang="en-US" altLang="en-US" sz="1050" dirty="0" err="1">
                          <a:sym typeface="+mn-ea"/>
                        </a:rPr>
                        <a:t>khách</a:t>
                      </a:r>
                      <a:r>
                        <a:rPr lang="en-US" altLang="en-US" sz="1050" dirty="0">
                          <a:sym typeface="+mn-ea"/>
                        </a:rPr>
                        <a:t> </a:t>
                      </a:r>
                      <a:r>
                        <a:rPr lang="en-US" altLang="en-US" sz="1050" dirty="0" err="1">
                          <a:sym typeface="+mn-ea"/>
                        </a:rPr>
                        <a:t>hàng</a:t>
                      </a:r>
                      <a:r>
                        <a:rPr lang="en-US" altLang="en-US" sz="1050" dirty="0">
                          <a:sym typeface="+mn-ea"/>
                        </a:rPr>
                        <a:t> </a:t>
                      </a:r>
                      <a:r>
                        <a:rPr lang="en-US" altLang="en-US" sz="1050" dirty="0" err="1">
                          <a:sym typeface="+mn-ea"/>
                        </a:rPr>
                        <a:t>và</a:t>
                      </a:r>
                      <a:r>
                        <a:rPr lang="en-US" altLang="en-US" sz="1050" dirty="0">
                          <a:sym typeface="+mn-ea"/>
                        </a:rPr>
                        <a:t> </a:t>
                      </a:r>
                      <a:r>
                        <a:rPr lang="en-US" altLang="en-US" sz="1050" dirty="0" err="1">
                          <a:sym typeface="+mn-ea"/>
                        </a:rPr>
                        <a:t>các</a:t>
                      </a:r>
                      <a:r>
                        <a:rPr lang="en-US" altLang="en-US" sz="1050" dirty="0">
                          <a:sym typeface="+mn-ea"/>
                        </a:rPr>
                        <a:t> </a:t>
                      </a:r>
                      <a:r>
                        <a:rPr lang="en-US" altLang="en-US" sz="1050" dirty="0" err="1">
                          <a:sym typeface="+mn-ea"/>
                        </a:rPr>
                        <a:t>bộ</a:t>
                      </a:r>
                      <a:r>
                        <a:rPr lang="en-US" altLang="en-US" sz="1050" dirty="0">
                          <a:sym typeface="+mn-ea"/>
                        </a:rPr>
                        <a:t> </a:t>
                      </a:r>
                      <a:r>
                        <a:rPr lang="en-US" altLang="en-US" sz="1050" dirty="0" err="1">
                          <a:sym typeface="+mn-ea"/>
                        </a:rPr>
                        <a:t>phận</a:t>
                      </a:r>
                      <a:r>
                        <a:rPr lang="en-US" altLang="en-US" sz="1050" dirty="0">
                          <a:sym typeface="+mn-ea"/>
                        </a:rPr>
                        <a:t> </a:t>
                      </a:r>
                      <a:r>
                        <a:rPr lang="en-US" altLang="en-US" sz="1050" dirty="0" err="1">
                          <a:sym typeface="+mn-ea"/>
                        </a:rPr>
                        <a:t>liên</a:t>
                      </a:r>
                      <a:r>
                        <a:rPr lang="en-US" altLang="en-US" sz="1050" dirty="0">
                          <a:sym typeface="+mn-ea"/>
                        </a:rPr>
                        <a:t> </a:t>
                      </a:r>
                      <a:r>
                        <a:rPr lang="en-US" altLang="en-US" sz="1050" dirty="0" err="1">
                          <a:sym typeface="+mn-ea"/>
                        </a:rPr>
                        <a:t>quan</a:t>
                      </a:r>
                      <a:r>
                        <a:rPr lang="en-US" altLang="en-US" sz="1050" dirty="0">
                          <a:sym typeface="+mn-ea"/>
                        </a:rPr>
                        <a:t> </a:t>
                      </a:r>
                      <a:r>
                        <a:rPr lang="en-US" altLang="en-US" sz="1050" dirty="0" err="1">
                          <a:sym typeface="+mn-ea"/>
                        </a:rPr>
                        <a:t>để</a:t>
                      </a:r>
                      <a:r>
                        <a:rPr lang="en-US" altLang="en-US" sz="1050" dirty="0">
                          <a:sym typeface="+mn-ea"/>
                        </a:rPr>
                        <a:t> </a:t>
                      </a:r>
                      <a:r>
                        <a:rPr lang="en-US" altLang="en-US" sz="1050" dirty="0" err="1">
                          <a:sym typeface="+mn-ea"/>
                        </a:rPr>
                        <a:t>xử</a:t>
                      </a:r>
                      <a:r>
                        <a:rPr lang="en-US" altLang="en-US" sz="1050" dirty="0">
                          <a:sym typeface="+mn-ea"/>
                        </a:rPr>
                        <a:t> </a:t>
                      </a:r>
                      <a:r>
                        <a:rPr lang="en-US" altLang="en-US" sz="1050" dirty="0" err="1">
                          <a:sym typeface="+mn-ea"/>
                        </a:rPr>
                        <a:t>lý</a:t>
                      </a:r>
                      <a:r>
                        <a:rPr lang="en-US" altLang="en-US" sz="1050" dirty="0">
                          <a:sym typeface="+mn-ea"/>
                        </a:rPr>
                        <a:t> </a:t>
                      </a:r>
                      <a:r>
                        <a:rPr lang="en-US" altLang="en-US" sz="1050" dirty="0" err="1">
                          <a:sym typeface="+mn-ea"/>
                        </a:rPr>
                        <a:t>các</a:t>
                      </a:r>
                      <a:r>
                        <a:rPr lang="en-US" altLang="en-US" sz="1050" dirty="0">
                          <a:sym typeface="+mn-ea"/>
                        </a:rPr>
                        <a:t> </a:t>
                      </a:r>
                      <a:r>
                        <a:rPr lang="en-US" altLang="en-US" sz="1050" dirty="0" err="1">
                          <a:sym typeface="+mn-ea"/>
                        </a:rPr>
                        <a:t>vấn</a:t>
                      </a:r>
                      <a:r>
                        <a:rPr lang="en-US" altLang="en-US" sz="1050" dirty="0">
                          <a:sym typeface="+mn-ea"/>
                        </a:rPr>
                        <a:t> </a:t>
                      </a:r>
                      <a:r>
                        <a:rPr lang="en-US" altLang="en-US" sz="1050" dirty="0" err="1">
                          <a:sym typeface="+mn-ea"/>
                        </a:rPr>
                        <a:t>đề</a:t>
                      </a:r>
                      <a:r>
                        <a:rPr lang="en-US" altLang="en-US" sz="1050" dirty="0">
                          <a:sym typeface="+mn-ea"/>
                        </a:rPr>
                        <a:t> </a:t>
                      </a:r>
                      <a:r>
                        <a:rPr lang="en-US" altLang="en-US" sz="1050" dirty="0" err="1">
                          <a:sym typeface="+mn-ea"/>
                        </a:rPr>
                        <a:t>phát</a:t>
                      </a:r>
                      <a:r>
                        <a:rPr lang="en-US" altLang="en-US" sz="1050" dirty="0">
                          <a:sym typeface="+mn-ea"/>
                        </a:rPr>
                        <a:t> </a:t>
                      </a:r>
                      <a:r>
                        <a:rPr lang="en-US" altLang="en-US" sz="1050" dirty="0" err="1">
                          <a:sym typeface="+mn-ea"/>
                        </a:rPr>
                        <a:t>sinh</a:t>
                      </a:r>
                      <a:r>
                        <a:rPr lang="en-US" altLang="en-US" sz="1050" dirty="0">
                          <a:sym typeface="+mn-ea"/>
                        </a:rPr>
                        <a:t>, </a:t>
                      </a:r>
                      <a:r>
                        <a:rPr lang="en-US" altLang="en-US" sz="1050" dirty="0" err="1">
                          <a:sym typeface="+mn-ea"/>
                        </a:rPr>
                        <a:t>tránh</a:t>
                      </a:r>
                      <a:r>
                        <a:rPr lang="en-US" altLang="en-US" sz="1050" dirty="0">
                          <a:sym typeface="+mn-ea"/>
                        </a:rPr>
                        <a:t> </a:t>
                      </a:r>
                      <a:r>
                        <a:rPr lang="en-US" altLang="en-US" sz="1050" dirty="0" err="1">
                          <a:sym typeface="+mn-ea"/>
                        </a:rPr>
                        <a:t>ảnh</a:t>
                      </a:r>
                      <a:r>
                        <a:rPr lang="en-US" altLang="en-US" sz="1050" dirty="0">
                          <a:sym typeface="+mn-ea"/>
                        </a:rPr>
                        <a:t> </a:t>
                      </a:r>
                      <a:r>
                        <a:rPr lang="en-US" altLang="en-US" sz="1050" dirty="0" err="1">
                          <a:sym typeface="+mn-ea"/>
                        </a:rPr>
                        <a:t>hưởng</a:t>
                      </a:r>
                      <a:r>
                        <a:rPr lang="en-US" altLang="en-US" sz="1050" dirty="0">
                          <a:sym typeface="+mn-ea"/>
                        </a:rPr>
                        <a:t> </a:t>
                      </a:r>
                      <a:r>
                        <a:rPr lang="en-US" altLang="en-US" sz="1050" dirty="0" err="1">
                          <a:sym typeface="+mn-ea"/>
                        </a:rPr>
                        <a:t>đến</a:t>
                      </a:r>
                      <a:r>
                        <a:rPr lang="en-US" altLang="en-US" sz="1050" dirty="0">
                          <a:sym typeface="+mn-ea"/>
                        </a:rPr>
                        <a:t> </a:t>
                      </a:r>
                      <a:r>
                        <a:rPr lang="en-US" altLang="en-US" sz="1050" dirty="0" err="1">
                          <a:sym typeface="+mn-ea"/>
                        </a:rPr>
                        <a:t>tiến</a:t>
                      </a:r>
                      <a:r>
                        <a:rPr lang="en-US" altLang="en-US" sz="1050" dirty="0">
                          <a:sym typeface="+mn-ea"/>
                        </a:rPr>
                        <a:t> </a:t>
                      </a:r>
                      <a:r>
                        <a:rPr lang="en-US" altLang="en-US" sz="1050" dirty="0" err="1">
                          <a:sym typeface="+mn-ea"/>
                        </a:rPr>
                        <a:t>độ</a:t>
                      </a:r>
                      <a:r>
                        <a:rPr lang="en-US" altLang="en-US" sz="1050" dirty="0">
                          <a:sym typeface="+mn-ea"/>
                        </a:rPr>
                        <a:t> </a:t>
                      </a:r>
                      <a:r>
                        <a:rPr lang="en-US" altLang="en-US" sz="1050" dirty="0" err="1">
                          <a:sym typeface="+mn-ea"/>
                        </a:rPr>
                        <a:t>giao</a:t>
                      </a:r>
                      <a:r>
                        <a:rPr lang="en-US" altLang="en-US" sz="1050" dirty="0">
                          <a:sym typeface="+mn-ea"/>
                        </a:rPr>
                        <a:t> </a:t>
                      </a:r>
                      <a:r>
                        <a:rPr lang="en-US" altLang="en-US" sz="1050" dirty="0" err="1">
                          <a:sym typeface="+mn-ea"/>
                        </a:rPr>
                        <a:t>hàng</a:t>
                      </a:r>
                      <a:r>
                        <a:rPr lang="en-US" altLang="en-US" sz="1050" dirty="0">
                          <a:sym typeface="+mn-ea"/>
                        </a:rPr>
                        <a:t>, </a:t>
                      </a:r>
                      <a:r>
                        <a:rPr lang="en-US" altLang="en-US" sz="1050" dirty="0" err="1">
                          <a:sym typeface="+mn-ea"/>
                        </a:rPr>
                        <a:t>thi</a:t>
                      </a:r>
                      <a:r>
                        <a:rPr lang="en-US" altLang="en-US" sz="1050" dirty="0">
                          <a:sym typeface="+mn-ea"/>
                        </a:rPr>
                        <a:t> </a:t>
                      </a:r>
                      <a:r>
                        <a:rPr lang="en-US" altLang="en-US" sz="1050" dirty="0" err="1">
                          <a:sym typeface="+mn-ea"/>
                        </a:rPr>
                        <a:t>công</a:t>
                      </a:r>
                      <a:r>
                        <a:rPr lang="en-US" altLang="en-US" sz="1050" dirty="0">
                          <a:sym typeface="+mn-ea"/>
                        </a:rPr>
                        <a:t> </a:t>
                      </a:r>
                      <a:r>
                        <a:rPr lang="en-US" altLang="en-US" sz="1050" dirty="0" err="1">
                          <a:sym typeface="+mn-ea"/>
                        </a:rPr>
                        <a:t>và</a:t>
                      </a:r>
                      <a:r>
                        <a:rPr lang="en-US" altLang="en-US" sz="1050" dirty="0">
                          <a:sym typeface="+mn-ea"/>
                        </a:rPr>
                        <a:t> </a:t>
                      </a:r>
                      <a:r>
                        <a:rPr lang="en-US" altLang="en-US" sz="1050" dirty="0" err="1">
                          <a:sym typeface="+mn-ea"/>
                        </a:rPr>
                        <a:t>nghiệm</a:t>
                      </a:r>
                      <a:r>
                        <a:rPr lang="en-US" altLang="en-US" sz="1050" dirty="0">
                          <a:sym typeface="+mn-ea"/>
                        </a:rPr>
                        <a:t> </a:t>
                      </a:r>
                      <a:r>
                        <a:rPr lang="en-US" altLang="en-US" sz="1050" dirty="0" err="1">
                          <a:sym typeface="+mn-ea"/>
                        </a:rPr>
                        <a:t>thu</a:t>
                      </a:r>
                      <a:r>
                        <a:rPr lang="en-US" altLang="en-US" sz="1050" dirty="0">
                          <a:sym typeface="+mn-ea"/>
                        </a:rPr>
                        <a:t> </a:t>
                      </a:r>
                      <a:r>
                        <a:rPr lang="en-US" altLang="en-US" sz="1050" dirty="0" err="1">
                          <a:sym typeface="+mn-ea"/>
                        </a:rPr>
                        <a:t>của</a:t>
                      </a:r>
                      <a:r>
                        <a:rPr lang="en-US" altLang="en-US" sz="1050" dirty="0">
                          <a:sym typeface="+mn-ea"/>
                        </a:rPr>
                        <a:t> </a:t>
                      </a:r>
                      <a:r>
                        <a:rPr lang="en-US" altLang="en-US" sz="1050" dirty="0" err="1">
                          <a:sym typeface="+mn-ea"/>
                        </a:rPr>
                        <a:t>dự</a:t>
                      </a:r>
                      <a:r>
                        <a:rPr lang="en-US" altLang="en-US" sz="1050" dirty="0">
                          <a:sym typeface="+mn-ea"/>
                        </a:rPr>
                        <a:t> </a:t>
                      </a:r>
                      <a:r>
                        <a:rPr lang="en-US" altLang="en-US" sz="1050" dirty="0" err="1">
                          <a:sym typeface="+mn-ea"/>
                        </a:rPr>
                        <a:t>án</a:t>
                      </a:r>
                      <a:r>
                        <a:rPr lang="zh-CN" altLang="en-US" sz="1050" dirty="0" err="1">
                          <a:sym typeface="+mn-ea"/>
                        </a:rPr>
                        <a:t>與供應商、客戶及相關部門保持溝通與協調，及時處理異常狀況，避免影響交貨、施工及驗收進度。</a:t>
                      </a:r>
                      <a:endParaRPr lang="en-US" sz="105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algn="just"/>
                      <a:endParaRPr lang="zh-TW" altLang="en-US" sz="1200" b="0" dirty="0">
                        <a:latin typeface="Times New Roman" panose="02020603050405020304" pitchFamily="18" charset="0"/>
                        <a:ea typeface="Microsoft JhengHei" panose="020B0604030504040204" pitchFamily="34" charset="-120"/>
                        <a:cs typeface="Times New Roman" panose="02020603050405020304" pitchFamily="18"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1"/>
                  </a:ext>
                </a:extLst>
              </a:tr>
              <a:tr h="914400">
                <a:tc>
                  <a:txBody>
                    <a:bodyPr/>
                    <a:lstStyle/>
                    <a:p>
                      <a:pPr algn="ctr"/>
                      <a:r>
                        <a:rPr lang="zh-TW" altLang="en-US" b="1" dirty="0">
                          <a:solidFill>
                            <a:schemeClr val="bg1">
                              <a:lumMod val="65000"/>
                              <a:lumOff val="35000"/>
                            </a:schemeClr>
                          </a:solidFill>
                          <a:latin typeface="+mj-lt"/>
                          <a:ea typeface="Microsoft JhengHei" panose="020B0604030504040204" pitchFamily="34" charset="-120"/>
                        </a:rPr>
                        <a:t>午休時間</a:t>
                      </a:r>
                      <a:endParaRPr lang="en-US" altLang="zh-TW" b="1" dirty="0">
                        <a:solidFill>
                          <a:schemeClr val="bg1">
                            <a:lumMod val="65000"/>
                            <a:lumOff val="35000"/>
                          </a:schemeClr>
                        </a:solidFill>
                        <a:latin typeface="+mj-lt"/>
                        <a:ea typeface="Microsoft JhengHei" panose="020B0604030504040204" pitchFamily="34" charset="-120"/>
                      </a:endParaRPr>
                    </a:p>
                    <a:p>
                      <a:pPr algn="ctr"/>
                      <a:r>
                        <a:rPr lang="en-US" altLang="zh-TW" b="1" dirty="0">
                          <a:solidFill>
                            <a:schemeClr val="bg1">
                              <a:lumMod val="65000"/>
                              <a:lumOff val="35000"/>
                            </a:schemeClr>
                          </a:solidFill>
                          <a:latin typeface="+mj-lt"/>
                          <a:ea typeface="Microsoft JhengHei" panose="020B0604030504040204" pitchFamily="34" charset="-120"/>
                        </a:rPr>
                        <a:t>(12:00~13:00)</a:t>
                      </a:r>
                      <a:endParaRPr lang="zh-TW" altLang="en-US" b="1" dirty="0">
                        <a:solidFill>
                          <a:schemeClr val="bg1">
                            <a:lumMod val="65000"/>
                            <a:lumOff val="35000"/>
                          </a:schemeClr>
                        </a:solidFill>
                        <a:latin typeface="+mj-lt"/>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Microsoft JhengHei" panose="020B0604030504040204" pitchFamily="34" charset="-12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pPr algn="l"/>
                      <a:endParaRPr lang="zh-TW" altLang="en-US" sz="1100" b="0" kern="1200" dirty="0">
                        <a:solidFill>
                          <a:schemeClr val="dk1"/>
                        </a:solidFill>
                        <a:latin typeface="Arial" panose="020B0604020202020204" pitchFamily="34" charset="0"/>
                        <a:ea typeface="Microsoft JhengHei" panose="020B0604030504040204" pitchFamily="34" charset="-12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pPr algn="l"/>
                      <a:endParaRPr lang="zh-TW" altLang="en-US" sz="1100" b="0" kern="1200" dirty="0">
                        <a:solidFill>
                          <a:schemeClr val="dk1"/>
                        </a:solidFill>
                        <a:latin typeface="Arial" panose="020B0604020202020204" pitchFamily="34" charset="0"/>
                        <a:ea typeface="Microsoft JhengHei" panose="020B0604030504040204" pitchFamily="34" charset="-12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pPr algn="l"/>
                      <a:endParaRPr lang="zh-TW" altLang="en-US" sz="1100" b="0" kern="1200" dirty="0">
                        <a:solidFill>
                          <a:schemeClr val="dk1"/>
                        </a:solidFill>
                        <a:latin typeface="Arial" panose="020B0604020202020204" pitchFamily="34" charset="0"/>
                        <a:ea typeface="Microsoft JhengHei" panose="020B0604030504040204" pitchFamily="34" charset="-12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pPr algn="l"/>
                      <a:endParaRPr lang="zh-TW" altLang="en-US" sz="1100" b="0" kern="1200" dirty="0">
                        <a:solidFill>
                          <a:schemeClr val="dk1"/>
                        </a:solidFill>
                        <a:latin typeface="Arial" panose="020B0604020202020204" pitchFamily="34" charset="0"/>
                        <a:ea typeface="Microsoft JhengHei" panose="020B0604030504040204" pitchFamily="34" charset="-12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pPr algn="l"/>
                      <a:endParaRPr lang="zh-TW" altLang="en-US" sz="1100" b="0" kern="1200" dirty="0">
                        <a:solidFill>
                          <a:schemeClr val="dk1"/>
                        </a:solidFill>
                        <a:latin typeface="Arial" panose="020B0604020202020204" pitchFamily="34" charset="0"/>
                        <a:ea typeface="Microsoft JhengHei" panose="020B0604030504040204" pitchFamily="34" charset="-120"/>
                        <a:cs typeface="Arial" panose="020B0604020202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pPr algn="just"/>
                      <a:endParaRPr lang="zh-TW" altLang="en-US" sz="1200" b="0" dirty="0">
                        <a:latin typeface="Times New Roman" panose="02020603050405020304" pitchFamily="18" charset="0"/>
                        <a:ea typeface="Microsoft JhengHei" panose="020B0604030504040204" pitchFamily="34" charset="-120"/>
                        <a:cs typeface="Times New Roman" panose="02020603050405020304" pitchFamily="18"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extLst>
                  <a:ext uri="{0D108BD9-81ED-4DB2-BD59-A6C34878D82A}">
                    <a16:rowId xmlns:a16="http://schemas.microsoft.com/office/drawing/2014/main" val="10002"/>
                  </a:ext>
                </a:extLst>
              </a:tr>
              <a:tr h="2192020">
                <a:tc>
                  <a:txBody>
                    <a:bodyPr/>
                    <a:lstStyle/>
                    <a:p>
                      <a:pPr algn="ctr"/>
                      <a:r>
                        <a:rPr lang="zh-TW" altLang="en-US" b="1" dirty="0">
                          <a:latin typeface="+mj-lt"/>
                          <a:ea typeface="Microsoft JhengHei" panose="020B0604030504040204" pitchFamily="34" charset="-120"/>
                        </a:rPr>
                        <a:t>下午時段</a:t>
                      </a:r>
                      <a:endParaRPr lang="en-US" altLang="zh-TW" b="1" dirty="0">
                        <a:latin typeface="+mj-lt"/>
                        <a:ea typeface="Microsoft JhengHei" panose="020B0604030504040204" pitchFamily="34" charset="-120"/>
                      </a:endParaRPr>
                    </a:p>
                    <a:p>
                      <a:pPr algn="ctr"/>
                      <a:r>
                        <a:rPr lang="en-US" altLang="zh-TW" b="1" dirty="0">
                          <a:latin typeface="+mj-lt"/>
                          <a:ea typeface="Microsoft JhengHei" panose="020B0604030504040204" pitchFamily="34" charset="-120"/>
                        </a:rPr>
                        <a:t>(13:00~17:00)</a:t>
                      </a:r>
                      <a:endParaRPr lang="zh-TW" altLang="en-US" b="1" dirty="0">
                        <a:latin typeface="+mj-lt"/>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r>
                        <a:rPr lang="en-US" sz="1050" dirty="0">
                          <a:solidFill>
                            <a:schemeClr val="bg1"/>
                          </a:solidFill>
                        </a:rPr>
                        <a:t>2. </a:t>
                      </a:r>
                      <a:r>
                        <a:rPr lang="en-US" sz="1050" dirty="0" err="1"/>
                        <a:t>Tiếp</a:t>
                      </a:r>
                      <a:r>
                        <a:rPr lang="en-US" sz="1050" dirty="0"/>
                        <a:t> </a:t>
                      </a:r>
                      <a:r>
                        <a:rPr lang="en-US" sz="1050" dirty="0" err="1"/>
                        <a:t>tục</a:t>
                      </a:r>
                      <a:r>
                        <a:rPr lang="en-US" sz="1050" dirty="0"/>
                        <a:t> </a:t>
                      </a:r>
                      <a:r>
                        <a:rPr lang="en-US" sz="1050" dirty="0" err="1"/>
                        <a:t>theo</a:t>
                      </a:r>
                      <a:r>
                        <a:rPr lang="en-US" sz="1050" dirty="0"/>
                        <a:t> </a:t>
                      </a:r>
                      <a:r>
                        <a:rPr lang="en-US" sz="1050" dirty="0" err="1"/>
                        <a:t>dõi</a:t>
                      </a:r>
                      <a:r>
                        <a:rPr lang="en-US" sz="1050" dirty="0"/>
                        <a:t> </a:t>
                      </a:r>
                      <a:r>
                        <a:rPr lang="en-US" sz="1050" dirty="0" err="1"/>
                        <a:t>tiến</a:t>
                      </a:r>
                      <a:r>
                        <a:rPr lang="en-US" sz="1050" dirty="0"/>
                        <a:t> </a:t>
                      </a:r>
                      <a:r>
                        <a:rPr lang="en-US" sz="1050" dirty="0" err="1"/>
                        <a:t>độ</a:t>
                      </a:r>
                      <a:r>
                        <a:rPr lang="en-US" sz="1050" dirty="0"/>
                        <a:t> </a:t>
                      </a:r>
                      <a:r>
                        <a:rPr lang="en-US" sz="1050" dirty="0" err="1"/>
                        <a:t>các</a:t>
                      </a:r>
                      <a:r>
                        <a:rPr lang="en-US" sz="1050" dirty="0"/>
                        <a:t> </a:t>
                      </a:r>
                      <a:r>
                        <a:rPr lang="en-US" sz="1050" dirty="0" err="1"/>
                        <a:t>đơn</a:t>
                      </a:r>
                      <a:r>
                        <a:rPr lang="en-US" sz="1050" dirty="0"/>
                        <a:t> </a:t>
                      </a:r>
                      <a:r>
                        <a:rPr lang="en-US" sz="1050" dirty="0" err="1"/>
                        <a:t>hàng</a:t>
                      </a:r>
                      <a:r>
                        <a:rPr lang="en-US" sz="1050" dirty="0"/>
                        <a:t> </a:t>
                      </a:r>
                      <a:r>
                        <a:rPr lang="en-US" sz="1050" dirty="0" err="1"/>
                        <a:t>và</a:t>
                      </a:r>
                      <a:r>
                        <a:rPr lang="en-US" sz="1050" dirty="0"/>
                        <a:t> </a:t>
                      </a:r>
                      <a:r>
                        <a:rPr lang="en-US" sz="1050" dirty="0" err="1"/>
                        <a:t>mã</a:t>
                      </a:r>
                      <a:r>
                        <a:rPr lang="en-US" sz="1050" dirty="0"/>
                        <a:t> </a:t>
                      </a:r>
                      <a:r>
                        <a:rPr lang="en-US" sz="1050" dirty="0" err="1"/>
                        <a:t>hàng</a:t>
                      </a:r>
                      <a:r>
                        <a:rPr lang="en-US" sz="1050" dirty="0"/>
                        <a:t> </a:t>
                      </a:r>
                      <a:r>
                        <a:rPr lang="en-US" sz="1050" dirty="0" err="1"/>
                        <a:t>mới</a:t>
                      </a:r>
                      <a:r>
                        <a:rPr lang="en-US" sz="1050" dirty="0"/>
                        <a:t> </a:t>
                      </a:r>
                      <a:r>
                        <a:rPr lang="en-US" sz="1050" dirty="0" err="1"/>
                        <a:t>của</a:t>
                      </a:r>
                      <a:r>
                        <a:rPr lang="en-US" sz="1050" dirty="0"/>
                        <a:t> CX; </a:t>
                      </a:r>
                      <a:r>
                        <a:rPr lang="en-US" sz="1050" dirty="0" err="1"/>
                        <a:t>xử</a:t>
                      </a:r>
                      <a:r>
                        <a:rPr lang="en-US" sz="1050" dirty="0"/>
                        <a:t> </a:t>
                      </a:r>
                      <a:r>
                        <a:rPr lang="en-US" sz="1050" dirty="0" err="1"/>
                        <a:t>lý</a:t>
                      </a:r>
                      <a:r>
                        <a:rPr lang="en-US" sz="1050" dirty="0"/>
                        <a:t> </a:t>
                      </a:r>
                      <a:r>
                        <a:rPr lang="en-US" sz="1050" dirty="0" err="1"/>
                        <a:t>và</a:t>
                      </a:r>
                      <a:r>
                        <a:rPr lang="en-US" sz="1050" dirty="0"/>
                        <a:t> </a:t>
                      </a:r>
                      <a:r>
                        <a:rPr lang="en-US" sz="1050" dirty="0" err="1"/>
                        <a:t>gửi</a:t>
                      </a:r>
                      <a:r>
                        <a:rPr lang="en-US" sz="1050" dirty="0"/>
                        <a:t> </a:t>
                      </a:r>
                      <a:r>
                        <a:rPr lang="en-US" sz="1050" dirty="0" err="1"/>
                        <a:t>báo</a:t>
                      </a:r>
                      <a:r>
                        <a:rPr lang="en-US" sz="1050" dirty="0"/>
                        <a:t> </a:t>
                      </a:r>
                      <a:r>
                        <a:rPr lang="en-US" sz="1050" dirty="0" err="1"/>
                        <a:t>giá</a:t>
                      </a:r>
                      <a:r>
                        <a:rPr lang="en-US" sz="1050" dirty="0"/>
                        <a:t> </a:t>
                      </a:r>
                      <a:r>
                        <a:rPr lang="en-US" sz="1050" dirty="0" err="1"/>
                        <a:t>theo</a:t>
                      </a:r>
                      <a:r>
                        <a:rPr lang="en-US" sz="1050" dirty="0"/>
                        <a:t> </a:t>
                      </a:r>
                      <a:r>
                        <a:rPr lang="en-US" sz="1050" dirty="0" err="1"/>
                        <a:t>yêu</a:t>
                      </a:r>
                      <a:r>
                        <a:rPr lang="en-US" sz="1050" dirty="0"/>
                        <a:t> </a:t>
                      </a:r>
                      <a:r>
                        <a:rPr lang="en-US" sz="1050" dirty="0" err="1"/>
                        <a:t>cầu</a:t>
                      </a:r>
                      <a:r>
                        <a:rPr lang="en-US" sz="1050" dirty="0"/>
                        <a:t>; </a:t>
                      </a:r>
                      <a:r>
                        <a:rPr lang="en-US" sz="1050" dirty="0" err="1"/>
                        <a:t>theo</a:t>
                      </a:r>
                      <a:r>
                        <a:rPr lang="en-US" sz="1050" dirty="0"/>
                        <a:t> </a:t>
                      </a:r>
                      <a:r>
                        <a:rPr lang="en-US" sz="1050" dirty="0" err="1"/>
                        <a:t>dõi</a:t>
                      </a:r>
                      <a:r>
                        <a:rPr lang="en-US" sz="1050" dirty="0"/>
                        <a:t> </a:t>
                      </a:r>
                      <a:r>
                        <a:rPr lang="en-US" sz="1050" dirty="0" err="1"/>
                        <a:t>các</a:t>
                      </a:r>
                      <a:r>
                        <a:rPr lang="en-US" sz="1050" dirty="0"/>
                        <a:t> </a:t>
                      </a:r>
                      <a:r>
                        <a:rPr lang="en-US" sz="1050" dirty="0" err="1"/>
                        <a:t>hợp</a:t>
                      </a:r>
                      <a:r>
                        <a:rPr lang="en-US" sz="1050" dirty="0"/>
                        <a:t> </a:t>
                      </a:r>
                      <a:r>
                        <a:rPr lang="en-US" sz="1050" dirty="0" err="1"/>
                        <a:t>đồng</a:t>
                      </a:r>
                      <a:r>
                        <a:rPr lang="en-US" sz="1050" dirty="0"/>
                        <a:t> </a:t>
                      </a:r>
                      <a:r>
                        <a:rPr lang="en-US" sz="1050" dirty="0" err="1"/>
                        <a:t>đang</a:t>
                      </a:r>
                      <a:r>
                        <a:rPr lang="en-US" sz="1050" dirty="0"/>
                        <a:t> </a:t>
                      </a:r>
                      <a:r>
                        <a:rPr lang="en-US" sz="1050" dirty="0" err="1"/>
                        <a:t>thực</a:t>
                      </a:r>
                      <a:r>
                        <a:rPr lang="en-US" sz="1050" dirty="0"/>
                        <a:t> </a:t>
                      </a:r>
                      <a:r>
                        <a:rPr lang="en-US" sz="1050" dirty="0" err="1"/>
                        <a:t>hiện</a:t>
                      </a:r>
                      <a:r>
                        <a:rPr lang="en-US" sz="1050" dirty="0"/>
                        <a:t>; </a:t>
                      </a:r>
                      <a:r>
                        <a:rPr lang="en-US" sz="1050" dirty="0" err="1"/>
                        <a:t>cập</a:t>
                      </a:r>
                      <a:r>
                        <a:rPr lang="en-US" sz="1050" dirty="0"/>
                        <a:t> </a:t>
                      </a:r>
                      <a:r>
                        <a:rPr lang="en-US" sz="1050" dirty="0" err="1"/>
                        <a:t>nhật</a:t>
                      </a:r>
                      <a:r>
                        <a:rPr lang="en-US" sz="1050" dirty="0"/>
                        <a:t> </a:t>
                      </a:r>
                      <a:r>
                        <a:rPr lang="en-US" sz="1050" dirty="0" err="1"/>
                        <a:t>bảng</a:t>
                      </a:r>
                      <a:r>
                        <a:rPr lang="en-US" sz="1050" dirty="0"/>
                        <a:t> </a:t>
                      </a:r>
                      <a:r>
                        <a:rPr lang="en-US" sz="1050" dirty="0" err="1"/>
                        <a:t>công</a:t>
                      </a:r>
                      <a:r>
                        <a:rPr lang="en-US" sz="1050" dirty="0"/>
                        <a:t> </a:t>
                      </a:r>
                      <a:r>
                        <a:rPr lang="en-US" sz="1050" dirty="0" err="1"/>
                        <a:t>nợ</a:t>
                      </a:r>
                      <a:r>
                        <a:rPr lang="en-US" sz="1050" dirty="0"/>
                        <a:t>, </a:t>
                      </a:r>
                      <a:r>
                        <a:rPr lang="en-US" sz="1050" dirty="0" err="1"/>
                        <a:t>liên</a:t>
                      </a:r>
                      <a:r>
                        <a:rPr lang="en-US" sz="1050" dirty="0"/>
                        <a:t> </a:t>
                      </a:r>
                      <a:r>
                        <a:rPr lang="en-US" sz="1050" dirty="0" err="1"/>
                        <a:t>hệ</a:t>
                      </a:r>
                      <a:r>
                        <a:rPr lang="en-US" sz="1050" dirty="0"/>
                        <a:t> </a:t>
                      </a:r>
                      <a:r>
                        <a:rPr lang="en-US" sz="1050" dirty="0" err="1"/>
                        <a:t>khách</a:t>
                      </a:r>
                      <a:r>
                        <a:rPr lang="en-US" sz="1050" dirty="0"/>
                        <a:t> </a:t>
                      </a:r>
                      <a:r>
                        <a:rPr lang="en-US" sz="1050" dirty="0" err="1"/>
                        <a:t>hàng</a:t>
                      </a:r>
                      <a:r>
                        <a:rPr lang="en-US" sz="1050" dirty="0"/>
                        <a:t> </a:t>
                      </a:r>
                      <a:r>
                        <a:rPr lang="en-US" sz="1050" dirty="0" err="1"/>
                        <a:t>xác</a:t>
                      </a:r>
                      <a:r>
                        <a:rPr lang="en-US" sz="1050" dirty="0"/>
                        <a:t> </a:t>
                      </a:r>
                      <a:r>
                        <a:rPr lang="en-US" sz="1050" dirty="0" err="1"/>
                        <a:t>nhận</a:t>
                      </a:r>
                      <a:r>
                        <a:rPr lang="en-US" sz="1050" dirty="0"/>
                        <a:t> </a:t>
                      </a:r>
                      <a:r>
                        <a:rPr lang="en-US" sz="1050" dirty="0" err="1"/>
                        <a:t>kế</a:t>
                      </a:r>
                      <a:r>
                        <a:rPr lang="en-US" sz="1050" dirty="0"/>
                        <a:t> </a:t>
                      </a:r>
                      <a:r>
                        <a:rPr lang="en-US" sz="1050" dirty="0" err="1"/>
                        <a:t>hoạch</a:t>
                      </a:r>
                      <a:r>
                        <a:rPr lang="en-US" sz="1050" dirty="0"/>
                        <a:t> </a:t>
                      </a:r>
                      <a:r>
                        <a:rPr lang="en-US" sz="1050" dirty="0" err="1"/>
                        <a:t>thanh</a:t>
                      </a:r>
                      <a:r>
                        <a:rPr lang="en-US" sz="1050" dirty="0"/>
                        <a:t> </a:t>
                      </a:r>
                      <a:r>
                        <a:rPr lang="en-US" sz="1050" dirty="0" err="1"/>
                        <a:t>toán</a:t>
                      </a:r>
                      <a:r>
                        <a:rPr lang="en-US" sz="1050" dirty="0"/>
                        <a:t> </a:t>
                      </a:r>
                      <a:r>
                        <a:rPr lang="en-US" sz="1050" dirty="0" err="1"/>
                        <a:t>và</a:t>
                      </a:r>
                      <a:r>
                        <a:rPr lang="en-US" sz="1050" dirty="0"/>
                        <a:t> </a:t>
                      </a:r>
                      <a:r>
                        <a:rPr lang="en-US" sz="1050" dirty="0" err="1"/>
                        <a:t>thúc</a:t>
                      </a:r>
                      <a:r>
                        <a:rPr lang="en-US" sz="1050" dirty="0"/>
                        <a:t> </a:t>
                      </a:r>
                      <a:r>
                        <a:rPr lang="en-US" sz="1050" dirty="0" err="1"/>
                        <a:t>đẩy</a:t>
                      </a:r>
                      <a:r>
                        <a:rPr lang="en-US" sz="1050" dirty="0"/>
                        <a:t> </a:t>
                      </a:r>
                      <a:r>
                        <a:rPr lang="en-US" sz="1050" dirty="0" err="1"/>
                        <a:t>các</a:t>
                      </a:r>
                      <a:r>
                        <a:rPr lang="en-US" sz="1050" dirty="0"/>
                        <a:t> </a:t>
                      </a:r>
                      <a:r>
                        <a:rPr lang="en-US" sz="1050" dirty="0" err="1"/>
                        <a:t>khoản</a:t>
                      </a:r>
                      <a:r>
                        <a:rPr lang="en-US" sz="1050" dirty="0"/>
                        <a:t> </a:t>
                      </a:r>
                      <a:r>
                        <a:rPr lang="en-US" sz="1050" dirty="0" err="1"/>
                        <a:t>đến</a:t>
                      </a:r>
                      <a:r>
                        <a:rPr lang="en-US" sz="1050" dirty="0"/>
                        <a:t> </a:t>
                      </a:r>
                      <a:r>
                        <a:rPr lang="en-US" sz="1050" dirty="0" err="1"/>
                        <a:t>hạn</a:t>
                      </a:r>
                      <a:r>
                        <a:rPr lang="en-US" sz="1050" dirty="0"/>
                        <a:t>; </a:t>
                      </a:r>
                      <a:r>
                        <a:rPr lang="en-US" sz="1050" dirty="0" err="1"/>
                        <a:t>đồng</a:t>
                      </a:r>
                      <a:r>
                        <a:rPr lang="en-US" sz="1050" dirty="0"/>
                        <a:t> </a:t>
                      </a:r>
                      <a:r>
                        <a:rPr lang="en-US" sz="1050" dirty="0" err="1"/>
                        <a:t>thời</a:t>
                      </a:r>
                      <a:r>
                        <a:rPr lang="en-US" sz="1050" dirty="0"/>
                        <a:t> </a:t>
                      </a:r>
                      <a:r>
                        <a:rPr lang="en-US" sz="1050" dirty="0" err="1"/>
                        <a:t>xử</a:t>
                      </a:r>
                      <a:r>
                        <a:rPr lang="en-US" sz="1050" dirty="0"/>
                        <a:t> </a:t>
                      </a:r>
                      <a:r>
                        <a:rPr lang="en-US" sz="1050" dirty="0" err="1"/>
                        <a:t>lý</a:t>
                      </a:r>
                      <a:r>
                        <a:rPr lang="en-US" sz="1050" dirty="0"/>
                        <a:t> </a:t>
                      </a:r>
                      <a:r>
                        <a:rPr lang="en-US" sz="1050" dirty="0" err="1"/>
                        <a:t>các</a:t>
                      </a:r>
                      <a:r>
                        <a:rPr lang="en-US" sz="1050" dirty="0"/>
                        <a:t> </a:t>
                      </a:r>
                      <a:r>
                        <a:rPr lang="en-US" sz="1050" dirty="0" err="1"/>
                        <a:t>đơn</a:t>
                      </a:r>
                      <a:r>
                        <a:rPr lang="en-US" sz="1050" dirty="0"/>
                        <a:t> </a:t>
                      </a:r>
                      <a:r>
                        <a:rPr lang="en-US" sz="1050" dirty="0" err="1"/>
                        <a:t>hàng</a:t>
                      </a:r>
                      <a:r>
                        <a:rPr lang="en-US" sz="1050" dirty="0"/>
                        <a:t> </a:t>
                      </a:r>
                      <a:r>
                        <a:rPr lang="en-US" sz="1050" dirty="0" err="1"/>
                        <a:t>mới</a:t>
                      </a:r>
                      <a:r>
                        <a:rPr lang="en-US" sz="1050" dirty="0"/>
                        <a:t> </a:t>
                      </a:r>
                      <a:r>
                        <a:rPr lang="en-US" sz="1050" dirty="0" err="1"/>
                        <a:t>và</a:t>
                      </a:r>
                      <a:r>
                        <a:rPr lang="en-US" sz="1050" dirty="0"/>
                        <a:t> </a:t>
                      </a:r>
                      <a:r>
                        <a:rPr lang="en-US" sz="1050" dirty="0" err="1"/>
                        <a:t>công</a:t>
                      </a:r>
                      <a:r>
                        <a:rPr lang="en-US" sz="1050" dirty="0"/>
                        <a:t> </a:t>
                      </a:r>
                      <a:r>
                        <a:rPr lang="en-US" sz="1050" dirty="0" err="1"/>
                        <a:t>việc</a:t>
                      </a:r>
                      <a:r>
                        <a:rPr lang="en-US" sz="1050" dirty="0"/>
                        <a:t> </a:t>
                      </a:r>
                      <a:r>
                        <a:rPr lang="en-US" sz="1050" dirty="0" err="1"/>
                        <a:t>phát</a:t>
                      </a:r>
                      <a:r>
                        <a:rPr lang="en-US" sz="1050" dirty="0"/>
                        <a:t> </a:t>
                      </a:r>
                      <a:r>
                        <a:rPr lang="en-US" sz="1050" dirty="0" err="1"/>
                        <a:t>sinh</a:t>
                      </a:r>
                      <a:r>
                        <a:rPr lang="en-US" sz="1050" dirty="0"/>
                        <a:t>. </a:t>
                      </a:r>
                      <a:r>
                        <a:rPr lang="en-US" sz="1050" dirty="0" err="1"/>
                        <a:t>持續追蹤</a:t>
                      </a:r>
                      <a:r>
                        <a:rPr lang="en-US" sz="1050" dirty="0"/>
                        <a:t> CX 訂單及新料號進度，依客戶需求處理並提供報價；追蹤目前合約處理進度；更新應收帳款追蹤表，聯繫客戶確認付款安排並催收已到期款項；同時處理新訂單及其他臨時工作。</a:t>
                      </a:r>
                      <a:r>
                        <a:rPr lang="zh-CN" altLang="en-US" sz="1050" dirty="0">
                          <a:solidFill>
                            <a:schemeClr val="bg1"/>
                          </a:solidFill>
                          <a:sym typeface="+mn-ea"/>
                        </a:rPr>
                        <a:t>。</a:t>
                      </a:r>
                      <a:endParaRPr kumimoji="0" lang="zh-TW" altLang="en-US" sz="105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050"/>
                        <a:t>2.</a:t>
                      </a:r>
                      <a:r>
                        <a:rPr lang="en-US" altLang="en-US" sz="1050"/>
                        <a:t>Theo dõi nhà cung cấp TBL, xác nhận 03 máy tính bảng đã được giao hay chưa; cập nhật tình trạng giao hàng và xử lý kịp thời nếu có chậm trễ.</a:t>
                      </a:r>
                      <a:r>
                        <a:rPr lang="zh-CN" altLang="en-US" sz="1050"/>
                        <a:t>持續追蹤 </a:t>
                      </a:r>
                      <a:r>
                        <a:rPr lang="en-US" altLang="en-US" sz="1050"/>
                        <a:t>TBL </a:t>
                      </a:r>
                      <a:r>
                        <a:rPr lang="zh-CN" altLang="en-US" sz="1050"/>
                        <a:t>供應商，確認 3 台平板電腦是否已完成交貨；更新交貨狀況，如有延誤則及時處理。</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050" dirty="0">
                          <a:sym typeface="+mn-ea"/>
                        </a:rPr>
                        <a:t>1.</a:t>
                      </a:r>
                      <a:r>
                        <a:rPr lang="en-US" sz="1050" dirty="0"/>
                        <a:t> </a:t>
                      </a:r>
                      <a:r>
                        <a:rPr lang="en-US" sz="1050" dirty="0" err="1"/>
                        <a:t>Tiếp</a:t>
                      </a:r>
                      <a:r>
                        <a:rPr lang="en-US" sz="1050" dirty="0"/>
                        <a:t> </a:t>
                      </a:r>
                      <a:r>
                        <a:rPr lang="en-US" sz="1050" dirty="0" err="1"/>
                        <a:t>tục</a:t>
                      </a:r>
                      <a:r>
                        <a:rPr lang="en-US" sz="1050" dirty="0"/>
                        <a:t> </a:t>
                      </a:r>
                      <a:r>
                        <a:rPr lang="en-US" sz="1050" dirty="0" err="1"/>
                        <a:t>theo</a:t>
                      </a:r>
                      <a:r>
                        <a:rPr lang="en-US" sz="1050" dirty="0"/>
                        <a:t> </a:t>
                      </a:r>
                      <a:r>
                        <a:rPr lang="en-US" sz="1050" dirty="0" err="1"/>
                        <a:t>dõi</a:t>
                      </a:r>
                      <a:r>
                        <a:rPr lang="en-US" sz="1050" dirty="0"/>
                        <a:t> </a:t>
                      </a:r>
                      <a:r>
                        <a:rPr lang="en-US" sz="1050" dirty="0" err="1"/>
                        <a:t>tiến</a:t>
                      </a:r>
                      <a:r>
                        <a:rPr lang="en-US" sz="1050" dirty="0"/>
                        <a:t> </a:t>
                      </a:r>
                      <a:r>
                        <a:rPr lang="en-US" sz="1050" dirty="0" err="1"/>
                        <a:t>độ</a:t>
                      </a:r>
                      <a:r>
                        <a:rPr lang="en-US" sz="1050" dirty="0"/>
                        <a:t> </a:t>
                      </a:r>
                      <a:r>
                        <a:rPr lang="en-US" sz="1050" dirty="0" err="1"/>
                        <a:t>các</a:t>
                      </a:r>
                      <a:r>
                        <a:rPr lang="en-US" sz="1050" dirty="0"/>
                        <a:t> </a:t>
                      </a:r>
                      <a:r>
                        <a:rPr lang="en-US" sz="1050" dirty="0" err="1"/>
                        <a:t>đơn</a:t>
                      </a:r>
                      <a:r>
                        <a:rPr lang="en-US" sz="1050" dirty="0"/>
                        <a:t> </a:t>
                      </a:r>
                      <a:r>
                        <a:rPr lang="en-US" sz="1050" dirty="0" err="1"/>
                        <a:t>hàng</a:t>
                      </a:r>
                      <a:r>
                        <a:rPr lang="en-US" sz="1050" dirty="0"/>
                        <a:t> </a:t>
                      </a:r>
                      <a:r>
                        <a:rPr lang="en-US" sz="1050" dirty="0" err="1"/>
                        <a:t>và</a:t>
                      </a:r>
                      <a:r>
                        <a:rPr lang="en-US" sz="1050" dirty="0"/>
                        <a:t> </a:t>
                      </a:r>
                      <a:r>
                        <a:rPr lang="en-US" sz="1050" dirty="0" err="1"/>
                        <a:t>mã</a:t>
                      </a:r>
                      <a:r>
                        <a:rPr lang="en-US" sz="1050" dirty="0"/>
                        <a:t> </a:t>
                      </a:r>
                      <a:r>
                        <a:rPr lang="en-US" sz="1050" dirty="0" err="1"/>
                        <a:t>hàng</a:t>
                      </a:r>
                      <a:r>
                        <a:rPr lang="en-US" sz="1050" dirty="0"/>
                        <a:t> </a:t>
                      </a:r>
                      <a:r>
                        <a:rPr lang="en-US" sz="1050" dirty="0" err="1"/>
                        <a:t>mới</a:t>
                      </a:r>
                      <a:r>
                        <a:rPr lang="en-US" sz="1050" dirty="0"/>
                        <a:t> </a:t>
                      </a:r>
                      <a:r>
                        <a:rPr lang="en-US" sz="1050" dirty="0" err="1"/>
                        <a:t>của</a:t>
                      </a:r>
                      <a:r>
                        <a:rPr lang="en-US" sz="1050" dirty="0"/>
                        <a:t> CX; </a:t>
                      </a:r>
                      <a:r>
                        <a:rPr lang="en-US" sz="1050" dirty="0" err="1"/>
                        <a:t>xử</a:t>
                      </a:r>
                      <a:r>
                        <a:rPr lang="en-US" sz="1050" dirty="0"/>
                        <a:t> </a:t>
                      </a:r>
                      <a:r>
                        <a:rPr lang="en-US" sz="1050" dirty="0" err="1"/>
                        <a:t>lý</a:t>
                      </a:r>
                      <a:r>
                        <a:rPr lang="en-US" sz="1050" dirty="0"/>
                        <a:t> </a:t>
                      </a:r>
                      <a:r>
                        <a:rPr lang="en-US" sz="1050" dirty="0" err="1"/>
                        <a:t>và</a:t>
                      </a:r>
                      <a:r>
                        <a:rPr lang="en-US" sz="1050" dirty="0"/>
                        <a:t> </a:t>
                      </a:r>
                      <a:r>
                        <a:rPr lang="en-US" sz="1050" dirty="0" err="1"/>
                        <a:t>gửi</a:t>
                      </a:r>
                      <a:r>
                        <a:rPr lang="en-US" sz="1050" dirty="0"/>
                        <a:t> </a:t>
                      </a:r>
                      <a:r>
                        <a:rPr lang="en-US" sz="1050" dirty="0" err="1"/>
                        <a:t>báo</a:t>
                      </a:r>
                      <a:r>
                        <a:rPr lang="en-US" sz="1050" dirty="0"/>
                        <a:t> </a:t>
                      </a:r>
                      <a:r>
                        <a:rPr lang="en-US" sz="1050" dirty="0" err="1"/>
                        <a:t>giá</a:t>
                      </a:r>
                      <a:r>
                        <a:rPr lang="en-US" sz="1050" dirty="0"/>
                        <a:t> </a:t>
                      </a:r>
                      <a:r>
                        <a:rPr lang="en-US" sz="1050" dirty="0" err="1"/>
                        <a:t>theo</a:t>
                      </a:r>
                      <a:r>
                        <a:rPr lang="en-US" sz="1050" dirty="0"/>
                        <a:t> </a:t>
                      </a:r>
                      <a:r>
                        <a:rPr lang="en-US" sz="1050" dirty="0" err="1"/>
                        <a:t>yêu</a:t>
                      </a:r>
                      <a:r>
                        <a:rPr lang="en-US" sz="1050" dirty="0"/>
                        <a:t> </a:t>
                      </a:r>
                      <a:r>
                        <a:rPr lang="en-US" sz="1050" dirty="0" err="1"/>
                        <a:t>cầu</a:t>
                      </a:r>
                      <a:r>
                        <a:rPr lang="en-US" sz="1050" dirty="0"/>
                        <a:t>; </a:t>
                      </a:r>
                      <a:r>
                        <a:rPr lang="en-US" sz="1050" dirty="0" err="1"/>
                        <a:t>theo</a:t>
                      </a:r>
                      <a:r>
                        <a:rPr lang="en-US" sz="1050" dirty="0"/>
                        <a:t> </a:t>
                      </a:r>
                      <a:r>
                        <a:rPr lang="en-US" sz="1050" dirty="0" err="1"/>
                        <a:t>dõi</a:t>
                      </a:r>
                      <a:r>
                        <a:rPr lang="en-US" sz="1050" dirty="0"/>
                        <a:t> </a:t>
                      </a:r>
                      <a:r>
                        <a:rPr lang="en-US" sz="1050" dirty="0" err="1"/>
                        <a:t>các</a:t>
                      </a:r>
                      <a:r>
                        <a:rPr lang="en-US" sz="1050" dirty="0"/>
                        <a:t> </a:t>
                      </a:r>
                      <a:r>
                        <a:rPr lang="en-US" sz="1050" dirty="0" err="1"/>
                        <a:t>hợp</a:t>
                      </a:r>
                      <a:r>
                        <a:rPr lang="en-US" sz="1050" dirty="0"/>
                        <a:t> </a:t>
                      </a:r>
                      <a:r>
                        <a:rPr lang="en-US" sz="1050" dirty="0" err="1"/>
                        <a:t>đồng</a:t>
                      </a:r>
                      <a:r>
                        <a:rPr lang="en-US" sz="1050" dirty="0"/>
                        <a:t> </a:t>
                      </a:r>
                      <a:r>
                        <a:rPr lang="en-US" sz="1050" dirty="0" err="1"/>
                        <a:t>đang</a:t>
                      </a:r>
                      <a:r>
                        <a:rPr lang="en-US" sz="1050" dirty="0"/>
                        <a:t> </a:t>
                      </a:r>
                      <a:r>
                        <a:rPr lang="en-US" sz="1050" dirty="0" err="1"/>
                        <a:t>thực</a:t>
                      </a:r>
                      <a:r>
                        <a:rPr lang="en-US" sz="1050" dirty="0"/>
                        <a:t> </a:t>
                      </a:r>
                      <a:r>
                        <a:rPr lang="en-US" sz="1050" dirty="0" err="1"/>
                        <a:t>hiện</a:t>
                      </a:r>
                      <a:r>
                        <a:rPr lang="en-US" sz="1050" dirty="0"/>
                        <a:t>; </a:t>
                      </a:r>
                      <a:r>
                        <a:rPr lang="en-US" sz="1050" dirty="0" err="1"/>
                        <a:t>cập</a:t>
                      </a:r>
                      <a:r>
                        <a:rPr lang="en-US" sz="1050" dirty="0"/>
                        <a:t> </a:t>
                      </a:r>
                      <a:r>
                        <a:rPr lang="en-US" sz="1050" dirty="0" err="1"/>
                        <a:t>nhật</a:t>
                      </a:r>
                      <a:r>
                        <a:rPr lang="en-US" sz="1050" dirty="0"/>
                        <a:t> </a:t>
                      </a:r>
                      <a:r>
                        <a:rPr lang="en-US" sz="1050" dirty="0" err="1"/>
                        <a:t>bảng</a:t>
                      </a:r>
                      <a:r>
                        <a:rPr lang="en-US" sz="1050" dirty="0"/>
                        <a:t> </a:t>
                      </a:r>
                      <a:r>
                        <a:rPr lang="en-US" sz="1050" dirty="0" err="1"/>
                        <a:t>công</a:t>
                      </a:r>
                      <a:r>
                        <a:rPr lang="en-US" sz="1050" dirty="0"/>
                        <a:t> </a:t>
                      </a:r>
                      <a:r>
                        <a:rPr lang="en-US" sz="1050" dirty="0" err="1"/>
                        <a:t>nợ</a:t>
                      </a:r>
                      <a:r>
                        <a:rPr lang="en-US" sz="1050" dirty="0"/>
                        <a:t>, </a:t>
                      </a:r>
                      <a:r>
                        <a:rPr lang="en-US" sz="1050" dirty="0" err="1"/>
                        <a:t>liên</a:t>
                      </a:r>
                      <a:r>
                        <a:rPr lang="en-US" sz="1050" dirty="0"/>
                        <a:t> </a:t>
                      </a:r>
                      <a:r>
                        <a:rPr lang="en-US" sz="1050" dirty="0" err="1"/>
                        <a:t>hệ</a:t>
                      </a:r>
                      <a:r>
                        <a:rPr lang="en-US" sz="1050" dirty="0"/>
                        <a:t> </a:t>
                      </a:r>
                      <a:r>
                        <a:rPr lang="en-US" sz="1050" dirty="0" err="1"/>
                        <a:t>khách</a:t>
                      </a:r>
                      <a:r>
                        <a:rPr lang="en-US" sz="1050" dirty="0"/>
                        <a:t> </a:t>
                      </a:r>
                      <a:r>
                        <a:rPr lang="en-US" sz="1050" dirty="0" err="1"/>
                        <a:t>hàng</a:t>
                      </a:r>
                      <a:r>
                        <a:rPr lang="en-US" sz="1050" dirty="0"/>
                        <a:t> </a:t>
                      </a:r>
                      <a:r>
                        <a:rPr lang="en-US" sz="1050" dirty="0" err="1"/>
                        <a:t>xác</a:t>
                      </a:r>
                      <a:r>
                        <a:rPr lang="en-US" sz="1050" dirty="0"/>
                        <a:t> </a:t>
                      </a:r>
                      <a:r>
                        <a:rPr lang="en-US" sz="1050" dirty="0" err="1"/>
                        <a:t>nhận</a:t>
                      </a:r>
                      <a:r>
                        <a:rPr lang="en-US" sz="1050" dirty="0"/>
                        <a:t> </a:t>
                      </a:r>
                      <a:r>
                        <a:rPr lang="en-US" sz="1050" dirty="0" err="1"/>
                        <a:t>kế</a:t>
                      </a:r>
                      <a:r>
                        <a:rPr lang="en-US" sz="1050" dirty="0"/>
                        <a:t> </a:t>
                      </a:r>
                      <a:r>
                        <a:rPr lang="en-US" sz="1050" dirty="0" err="1"/>
                        <a:t>hoạch</a:t>
                      </a:r>
                      <a:r>
                        <a:rPr lang="en-US" sz="1050" dirty="0"/>
                        <a:t> </a:t>
                      </a:r>
                      <a:r>
                        <a:rPr lang="en-US" sz="1050" dirty="0" err="1"/>
                        <a:t>thanh</a:t>
                      </a:r>
                      <a:r>
                        <a:rPr lang="en-US" sz="1050" dirty="0"/>
                        <a:t> </a:t>
                      </a:r>
                      <a:r>
                        <a:rPr lang="en-US" sz="1050" dirty="0" err="1"/>
                        <a:t>toán</a:t>
                      </a:r>
                      <a:r>
                        <a:rPr lang="en-US" sz="1050" dirty="0"/>
                        <a:t> </a:t>
                      </a:r>
                      <a:r>
                        <a:rPr lang="en-US" sz="1050" dirty="0" err="1"/>
                        <a:t>và</a:t>
                      </a:r>
                      <a:r>
                        <a:rPr lang="en-US" sz="1050" dirty="0"/>
                        <a:t> </a:t>
                      </a:r>
                      <a:r>
                        <a:rPr lang="en-US" sz="1050" dirty="0" err="1"/>
                        <a:t>thúc</a:t>
                      </a:r>
                      <a:r>
                        <a:rPr lang="en-US" sz="1050" dirty="0"/>
                        <a:t> </a:t>
                      </a:r>
                      <a:r>
                        <a:rPr lang="en-US" sz="1050" dirty="0" err="1"/>
                        <a:t>đẩy</a:t>
                      </a:r>
                      <a:r>
                        <a:rPr lang="en-US" sz="1050" dirty="0"/>
                        <a:t> </a:t>
                      </a:r>
                      <a:r>
                        <a:rPr lang="en-US" sz="1050" dirty="0" err="1"/>
                        <a:t>các</a:t>
                      </a:r>
                      <a:r>
                        <a:rPr lang="en-US" sz="1050" dirty="0"/>
                        <a:t> </a:t>
                      </a:r>
                      <a:r>
                        <a:rPr lang="en-US" sz="1050" dirty="0" err="1"/>
                        <a:t>khoản</a:t>
                      </a:r>
                      <a:r>
                        <a:rPr lang="en-US" sz="1050" dirty="0"/>
                        <a:t> </a:t>
                      </a:r>
                      <a:r>
                        <a:rPr lang="en-US" sz="1050" dirty="0" err="1"/>
                        <a:t>đến</a:t>
                      </a:r>
                      <a:r>
                        <a:rPr lang="en-US" sz="1050" dirty="0"/>
                        <a:t> </a:t>
                      </a:r>
                      <a:r>
                        <a:rPr lang="en-US" sz="1050" dirty="0" err="1"/>
                        <a:t>hạn</a:t>
                      </a:r>
                      <a:r>
                        <a:rPr lang="en-US" sz="1050" dirty="0"/>
                        <a:t>; </a:t>
                      </a:r>
                      <a:r>
                        <a:rPr lang="en-US" sz="1050" dirty="0" err="1"/>
                        <a:t>đồng</a:t>
                      </a:r>
                      <a:r>
                        <a:rPr lang="en-US" sz="1050" dirty="0"/>
                        <a:t> </a:t>
                      </a:r>
                      <a:r>
                        <a:rPr lang="en-US" sz="1050" dirty="0" err="1"/>
                        <a:t>thời</a:t>
                      </a:r>
                      <a:r>
                        <a:rPr lang="en-US" sz="1050" dirty="0"/>
                        <a:t> </a:t>
                      </a:r>
                      <a:r>
                        <a:rPr lang="en-US" sz="1050" dirty="0" err="1"/>
                        <a:t>xử</a:t>
                      </a:r>
                      <a:r>
                        <a:rPr lang="en-US" sz="1050" dirty="0"/>
                        <a:t> </a:t>
                      </a:r>
                      <a:r>
                        <a:rPr lang="en-US" sz="1050" dirty="0" err="1"/>
                        <a:t>lý</a:t>
                      </a:r>
                      <a:r>
                        <a:rPr lang="en-US" sz="1050" dirty="0"/>
                        <a:t> </a:t>
                      </a:r>
                      <a:r>
                        <a:rPr lang="en-US" sz="1050" dirty="0" err="1"/>
                        <a:t>các</a:t>
                      </a:r>
                      <a:r>
                        <a:rPr lang="en-US" sz="1050" dirty="0"/>
                        <a:t> </a:t>
                      </a:r>
                      <a:r>
                        <a:rPr lang="en-US" sz="1050" dirty="0" err="1"/>
                        <a:t>đơn</a:t>
                      </a:r>
                      <a:r>
                        <a:rPr lang="en-US" sz="1050" dirty="0"/>
                        <a:t> </a:t>
                      </a:r>
                      <a:r>
                        <a:rPr lang="en-US" sz="1050" dirty="0" err="1"/>
                        <a:t>hàng</a:t>
                      </a:r>
                      <a:r>
                        <a:rPr lang="en-US" sz="1050" dirty="0"/>
                        <a:t> </a:t>
                      </a:r>
                      <a:r>
                        <a:rPr lang="en-US" sz="1050" dirty="0" err="1"/>
                        <a:t>mới</a:t>
                      </a:r>
                      <a:r>
                        <a:rPr lang="en-US" sz="1050" dirty="0"/>
                        <a:t> </a:t>
                      </a:r>
                      <a:r>
                        <a:rPr lang="en-US" sz="1050" dirty="0" err="1"/>
                        <a:t>và</a:t>
                      </a:r>
                      <a:r>
                        <a:rPr lang="en-US" sz="1050" dirty="0"/>
                        <a:t> </a:t>
                      </a:r>
                      <a:r>
                        <a:rPr lang="en-US" sz="1050" dirty="0" err="1"/>
                        <a:t>công</a:t>
                      </a:r>
                      <a:r>
                        <a:rPr lang="en-US" sz="1050" dirty="0"/>
                        <a:t> </a:t>
                      </a:r>
                      <a:r>
                        <a:rPr lang="en-US" sz="1050" dirty="0" err="1"/>
                        <a:t>việc</a:t>
                      </a:r>
                      <a:r>
                        <a:rPr lang="en-US" sz="1050" dirty="0"/>
                        <a:t> </a:t>
                      </a:r>
                      <a:r>
                        <a:rPr lang="en-US" sz="1050" dirty="0" err="1"/>
                        <a:t>phát</a:t>
                      </a:r>
                      <a:r>
                        <a:rPr lang="en-US" sz="1050" dirty="0"/>
                        <a:t> </a:t>
                      </a:r>
                      <a:r>
                        <a:rPr lang="en-US" sz="1050" dirty="0" err="1"/>
                        <a:t>sinh</a:t>
                      </a:r>
                      <a:r>
                        <a:rPr lang="en-US" sz="1050" dirty="0"/>
                        <a:t>. </a:t>
                      </a:r>
                      <a:r>
                        <a:rPr lang="en-US" sz="1050" dirty="0" err="1"/>
                        <a:t>持續追蹤</a:t>
                      </a:r>
                      <a:r>
                        <a:rPr lang="en-US" sz="1050" dirty="0"/>
                        <a:t> CX 訂單及新料號進度，依客戶需求處理並提供報價；追蹤目前合約處理進度；更新應收帳款追蹤表，聯繫客戶確認付款安排並催收已到期款項；同時處理新訂單及其他臨時工作。</a:t>
                      </a:r>
                      <a:endParaRPr lang="zh-CN" altLang="en-US" sz="1050" dirty="0">
                        <a:sym typeface="+mn-ea"/>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050">
                          <a:sym typeface="+mn-ea"/>
                        </a:rPr>
                        <a:t>1.</a:t>
                      </a:r>
                      <a:r>
                        <a:rPr lang="en-US" altLang="en-US" sz="1050">
                          <a:sym typeface="+mn-ea"/>
                        </a:rPr>
                        <a:t>Cập nhật thường xuyên bảng theo dõi tiến độ dự án và bảng theo dõi công nợ, đảm bảo tình trạng của từng dự án, đơn hàng và khoản thanh toán được thể hiện rõ ràng.</a:t>
                      </a:r>
                      <a:r>
                        <a:rPr lang="zh-CN" altLang="en-US" sz="1050">
                          <a:sym typeface="+mn-ea"/>
                        </a:rPr>
                        <a:t>持續更新專案進度追蹤表及應收帳款追蹤表，確保各專案、訂單及付款狀況皆能清楚呈現。</a:t>
                      </a:r>
                      <a:endParaRPr lang="en-US" sz="105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050">
                          <a:sym typeface="+mn-ea"/>
                        </a:rPr>
                        <a:t>1.</a:t>
                      </a:r>
                      <a:r>
                        <a:rPr lang="en-US" altLang="en-US" sz="1050" dirty="0" err="1">
                          <a:sym typeface="+mn-ea"/>
                        </a:rPr>
                        <a:t>Phối hợp với nhà cung cấp, khách hàng và các bộ phận liên quan để xử lý các vấn đề phát sinh, tránh ảnh hưởng đến tiến độ giao hàng, thi công và nghiệm thu của dự án</a:t>
                      </a:r>
                      <a:r>
                        <a:rPr lang="zh-CN" altLang="en-US" sz="1050" dirty="0" err="1">
                          <a:sym typeface="+mn-ea"/>
                        </a:rPr>
                        <a:t>與供應商、客戶及相關部門保持溝通與協調，及時處理異常狀況，避免影響交貨、施工及驗收進度。</a:t>
                      </a:r>
                      <a:endParaRPr lang="en-US" sz="105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050">
                          <a:sym typeface="+mn-ea"/>
                        </a:rPr>
                        <a:t>1.</a:t>
                      </a:r>
                      <a:r>
                        <a:rPr lang="en-US" altLang="en-US" sz="1050" dirty="0" err="1">
                          <a:sym typeface="+mn-ea"/>
                        </a:rPr>
                        <a:t>Phối hợp với nhà cung cấp, khách hàng và các bộ phận liên quan để xử lý các vấn đề phát sinh, tránh ảnh hưởng đến tiến độ giao hàng, thi công và nghiệm thu của dự án</a:t>
                      </a:r>
                      <a:r>
                        <a:rPr lang="zh-CN" altLang="en-US" sz="1050" dirty="0" err="1">
                          <a:sym typeface="+mn-ea"/>
                        </a:rPr>
                        <a:t>與供應商、客戶及相關部門保持溝通與協調，及時處理異常狀況，避免影響交貨、施工及驗收進度。</a:t>
                      </a:r>
                      <a:endParaRPr kumimoji="0" lang="zh-TW" altLang="en-US" sz="1050" b="0" i="0" u="none" strike="noStrike" kern="1200" cap="none" spc="0" normalizeH="0" baseline="0" noProof="0">
                        <a:ln>
                          <a:noFill/>
                        </a:ln>
                        <a:solidFill>
                          <a:prstClr val="black"/>
                        </a:solidFill>
                        <a:effectLst/>
                        <a:uLnTx/>
                        <a:uFillTx/>
                        <a:latin typeface="+mn-lt"/>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algn="just"/>
                      <a:endParaRPr lang="zh-TW" altLang="en-US" sz="1200" b="0" dirty="0">
                        <a:latin typeface="Times New Roman" panose="02020603050405020304" pitchFamily="18" charset="0"/>
                        <a:ea typeface="Microsoft JhengHei" panose="020B0604030504040204" pitchFamily="34" charset="-120"/>
                        <a:cs typeface="Times New Roman" panose="02020603050405020304" pitchFamily="18"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3"/>
                  </a:ext>
                </a:extLst>
              </a:tr>
              <a:tr h="914400">
                <a:tc>
                  <a:txBody>
                    <a:bodyPr/>
                    <a:lstStyle/>
                    <a:p>
                      <a:pPr algn="ctr"/>
                      <a:r>
                        <a:rPr lang="zh-TW" altLang="en-US" b="1" dirty="0">
                          <a:latin typeface="+mj-lt"/>
                          <a:ea typeface="Microsoft JhengHei" panose="020B0604030504040204" pitchFamily="34" charset="-120"/>
                        </a:rPr>
                        <a:t>晚間加班</a:t>
                      </a:r>
                      <a:endParaRPr lang="en-US" altLang="zh-TW" b="1" dirty="0">
                        <a:latin typeface="+mj-lt"/>
                        <a:ea typeface="Microsoft JhengHei" panose="020B0604030504040204" pitchFamily="34" charset="-120"/>
                      </a:endParaRPr>
                    </a:p>
                    <a:p>
                      <a:pPr algn="ctr"/>
                      <a:r>
                        <a:rPr lang="en-US" altLang="zh-TW" b="1" dirty="0">
                          <a:latin typeface="+mj-lt"/>
                          <a:ea typeface="Microsoft JhengHei" panose="020B0604030504040204" pitchFamily="34" charset="-120"/>
                        </a:rPr>
                        <a:t>(18:00~20:00)</a:t>
                      </a:r>
                      <a:endParaRPr lang="zh-TW" altLang="en-US" b="1" dirty="0">
                        <a:latin typeface="+mj-lt"/>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algn="just"/>
                      <a:endParaRPr lang="zh-TW" altLang="en-US" sz="1200" b="1" dirty="0">
                        <a:latin typeface="+mj-lt"/>
                        <a:ea typeface="Microsoft JhengHei" panose="020B0604030504040204" pitchFamily="34" charset="-12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just"/>
                      <a:endParaRPr lang="zh-TW" altLang="en-US" sz="1200" b="1" dirty="0">
                        <a:latin typeface="+mj-lt"/>
                        <a:ea typeface="Microsoft JhengHei" panose="020B0604030504040204" pitchFamily="34" charset="-12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just"/>
                      <a:endParaRPr lang="zh-TW" altLang="en-US" sz="1200" b="1" dirty="0">
                        <a:latin typeface="+mj-lt"/>
                        <a:ea typeface="Microsoft JhengHei" panose="020B0604030504040204" pitchFamily="34" charset="-12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just"/>
                      <a:endParaRPr lang="zh-TW" altLang="en-US" sz="1200" b="1" dirty="0">
                        <a:latin typeface="+mj-lt"/>
                        <a:ea typeface="Microsoft JhengHei" panose="020B0604030504040204" pitchFamily="34" charset="-12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just"/>
                      <a:endParaRPr lang="zh-TW" altLang="en-US" sz="1200" b="1" dirty="0">
                        <a:latin typeface="+mj-lt"/>
                        <a:ea typeface="Microsoft JhengHei" panose="020B0604030504040204" pitchFamily="34" charset="-12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just"/>
                      <a:endParaRPr lang="zh-TW" altLang="en-US" sz="1200" b="1" dirty="0">
                        <a:latin typeface="+mj-lt"/>
                        <a:ea typeface="Microsoft JhengHei" panose="020B0604030504040204" pitchFamily="34" charset="-12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algn="just"/>
                      <a:endParaRPr lang="zh-TW" altLang="en-US" sz="1200" b="1" dirty="0">
                        <a:latin typeface="+mj-lt"/>
                        <a:ea typeface="Microsoft JhengHei" panose="020B0604030504040204" pitchFamily="34" charset="-12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ctrTitle"/>
          </p:nvPr>
        </p:nvSpPr>
        <p:spPr>
          <a:xfrm>
            <a:off x="1442720" y="104140"/>
            <a:ext cx="9144000" cy="753745"/>
          </a:xfrm>
        </p:spPr>
        <p:txBody>
          <a:bodyPr>
            <a:normAutofit fontScale="90000"/>
          </a:bodyPr>
          <a:lstStyle/>
          <a:p>
            <a:r>
              <a:rPr lang="en-US" sz="5400" dirty="0"/>
              <a:t>To Do List </a:t>
            </a:r>
            <a:r>
              <a:rPr lang="zh-TW" altLang="en-US" sz="5400" dirty="0"/>
              <a:t>待處理事項</a:t>
            </a:r>
          </a:p>
        </p:txBody>
      </p:sp>
      <p:sp>
        <p:nvSpPr>
          <p:cNvPr id="3" name="TextBox 2"/>
          <p:cNvSpPr txBox="1"/>
          <p:nvPr/>
        </p:nvSpPr>
        <p:spPr>
          <a:xfrm>
            <a:off x="394273" y="1024522"/>
            <a:ext cx="11612880" cy="6994525"/>
          </a:xfrm>
          <a:prstGeom prst="rect">
            <a:avLst/>
          </a:prstGeom>
          <a:noFill/>
        </p:spPr>
        <p:txBody>
          <a:bodyPr wrap="square">
            <a:noAutofit/>
          </a:bodyPr>
          <a:lstStyle/>
          <a:p>
            <a:r>
              <a:rPr lang="en-US" b="1" dirty="0" err="1"/>
              <a:t>Kế</a:t>
            </a:r>
            <a:r>
              <a:rPr lang="en-US" b="1" dirty="0"/>
              <a:t> </a:t>
            </a:r>
            <a:r>
              <a:rPr lang="en-US" b="1" dirty="0" err="1"/>
              <a:t>hoạch</a:t>
            </a:r>
            <a:r>
              <a:rPr lang="en-US" b="1" dirty="0"/>
              <a:t> </a:t>
            </a:r>
            <a:r>
              <a:rPr lang="en-US" b="1" dirty="0" err="1"/>
              <a:t>tuần</a:t>
            </a:r>
            <a:r>
              <a:rPr lang="en-US" b="1" dirty="0"/>
              <a:t> </a:t>
            </a:r>
            <a:r>
              <a:rPr lang="en-US" b="1" dirty="0" err="1"/>
              <a:t>tới</a:t>
            </a:r>
            <a:endParaRPr lang="en-US" b="1" dirty="0"/>
          </a:p>
          <a:p>
            <a:r>
              <a:rPr lang="en-US" b="1" dirty="0" err="1"/>
              <a:t>下週工作計畫</a:t>
            </a:r>
            <a:endParaRPr lang="en-US" b="1" dirty="0"/>
          </a:p>
          <a:p>
            <a:r>
              <a:rPr lang="en-US" dirty="0" err="1"/>
              <a:t>Tuần</a:t>
            </a:r>
            <a:r>
              <a:rPr lang="en-US" dirty="0"/>
              <a:t> </a:t>
            </a:r>
            <a:r>
              <a:rPr lang="en-US" dirty="0" err="1"/>
              <a:t>tiếp</a:t>
            </a:r>
            <a:r>
              <a:rPr lang="en-US" dirty="0"/>
              <a:t> </a:t>
            </a:r>
            <a:r>
              <a:rPr lang="en-US" dirty="0" err="1"/>
              <a:t>theo</a:t>
            </a:r>
            <a:r>
              <a:rPr lang="en-US" dirty="0"/>
              <a:t> </a:t>
            </a:r>
            <a:r>
              <a:rPr lang="en-US" dirty="0" err="1"/>
              <a:t>sẽ</a:t>
            </a:r>
            <a:r>
              <a:rPr lang="en-US" dirty="0"/>
              <a:t> </a:t>
            </a:r>
            <a:r>
              <a:rPr lang="en-US" dirty="0" err="1"/>
              <a:t>tiếp</a:t>
            </a:r>
            <a:r>
              <a:rPr lang="en-US" dirty="0"/>
              <a:t> </a:t>
            </a:r>
            <a:r>
              <a:rPr lang="en-US" dirty="0" err="1"/>
              <a:t>tục</a:t>
            </a:r>
            <a:r>
              <a:rPr lang="en-US" dirty="0"/>
              <a:t> </a:t>
            </a:r>
            <a:r>
              <a:rPr lang="en-US" dirty="0" err="1"/>
              <a:t>theo</a:t>
            </a:r>
            <a:r>
              <a:rPr lang="en-US" dirty="0"/>
              <a:t> </a:t>
            </a:r>
            <a:r>
              <a:rPr lang="en-US" dirty="0" err="1"/>
              <a:t>dõi</a:t>
            </a:r>
            <a:r>
              <a:rPr lang="en-US" dirty="0"/>
              <a:t> </a:t>
            </a:r>
            <a:r>
              <a:rPr lang="en-US" dirty="0" err="1"/>
              <a:t>và</a:t>
            </a:r>
            <a:r>
              <a:rPr lang="en-US" dirty="0"/>
              <a:t> </a:t>
            </a:r>
            <a:r>
              <a:rPr lang="en-US" dirty="0" err="1"/>
              <a:t>hoàn</a:t>
            </a:r>
            <a:r>
              <a:rPr lang="en-US" dirty="0"/>
              <a:t> </a:t>
            </a:r>
            <a:r>
              <a:rPr lang="en-US" dirty="0" err="1"/>
              <a:t>thiện</a:t>
            </a:r>
            <a:r>
              <a:rPr lang="en-US" dirty="0"/>
              <a:t> </a:t>
            </a:r>
            <a:r>
              <a:rPr lang="en-US" b="1" dirty="0" err="1"/>
              <a:t>hợp</a:t>
            </a:r>
            <a:r>
              <a:rPr lang="en-US" b="1" dirty="0"/>
              <a:t> </a:t>
            </a:r>
            <a:r>
              <a:rPr lang="en-US" b="1" dirty="0" err="1"/>
              <a:t>đồng</a:t>
            </a:r>
            <a:r>
              <a:rPr lang="en-US" b="1" dirty="0"/>
              <a:t> Cheng Feng, INV/PKL </a:t>
            </a:r>
            <a:r>
              <a:rPr lang="en-US" b="1" dirty="0" err="1"/>
              <a:t>và</a:t>
            </a:r>
            <a:r>
              <a:rPr lang="en-US" b="1" dirty="0"/>
              <a:t> </a:t>
            </a:r>
            <a:r>
              <a:rPr lang="en-US" b="1" dirty="0" err="1"/>
              <a:t>các</a:t>
            </a:r>
            <a:r>
              <a:rPr lang="en-US" b="1" dirty="0"/>
              <a:t> </a:t>
            </a:r>
            <a:r>
              <a:rPr lang="en-US" b="1" dirty="0" err="1"/>
              <a:t>chứng</a:t>
            </a:r>
            <a:r>
              <a:rPr lang="en-US" b="1" dirty="0"/>
              <a:t> </a:t>
            </a:r>
            <a:r>
              <a:rPr lang="en-US" b="1" dirty="0" err="1"/>
              <a:t>từ</a:t>
            </a:r>
            <a:r>
              <a:rPr lang="en-US" b="1" dirty="0"/>
              <a:t> </a:t>
            </a:r>
            <a:r>
              <a:rPr lang="en-US" b="1" dirty="0" err="1"/>
              <a:t>liên</a:t>
            </a:r>
            <a:r>
              <a:rPr lang="en-US" b="1" dirty="0"/>
              <a:t> </a:t>
            </a:r>
            <a:r>
              <a:rPr lang="en-US" b="1" dirty="0" err="1"/>
              <a:t>quan</a:t>
            </a:r>
            <a:r>
              <a:rPr lang="en-US" b="1" dirty="0"/>
              <a:t> </a:t>
            </a:r>
            <a:r>
              <a:rPr lang="en-US" b="1" dirty="0" err="1"/>
              <a:t>đến</a:t>
            </a:r>
            <a:r>
              <a:rPr lang="en-US" b="1" dirty="0"/>
              <a:t> </a:t>
            </a:r>
            <a:r>
              <a:rPr lang="en-US" b="1" dirty="0" err="1"/>
              <a:t>khai</a:t>
            </a:r>
            <a:r>
              <a:rPr lang="en-US" b="1" dirty="0"/>
              <a:t> </a:t>
            </a:r>
            <a:r>
              <a:rPr lang="en-US" b="1" dirty="0" err="1"/>
              <a:t>báo</a:t>
            </a:r>
            <a:r>
              <a:rPr lang="en-US" b="1" dirty="0"/>
              <a:t> </a:t>
            </a:r>
            <a:r>
              <a:rPr lang="en-US" b="1" dirty="0" err="1"/>
              <a:t>hải</a:t>
            </a:r>
            <a:r>
              <a:rPr lang="en-US" b="1" dirty="0"/>
              <a:t> </a:t>
            </a:r>
            <a:r>
              <a:rPr lang="en-US" b="1" dirty="0" err="1"/>
              <a:t>quan</a:t>
            </a:r>
            <a:r>
              <a:rPr lang="en-US" dirty="0"/>
              <a:t>, </a:t>
            </a:r>
            <a:r>
              <a:rPr lang="en-US" dirty="0" err="1"/>
              <a:t>đồng</a:t>
            </a:r>
            <a:r>
              <a:rPr lang="en-US" dirty="0"/>
              <a:t> </a:t>
            </a:r>
            <a:r>
              <a:rPr lang="en-US" dirty="0" err="1"/>
              <a:t>thời</a:t>
            </a:r>
            <a:r>
              <a:rPr lang="en-US" dirty="0"/>
              <a:t> </a:t>
            </a:r>
            <a:r>
              <a:rPr lang="en-US" dirty="0" err="1"/>
              <a:t>phối</a:t>
            </a:r>
            <a:r>
              <a:rPr lang="en-US" dirty="0"/>
              <a:t> </a:t>
            </a:r>
            <a:r>
              <a:rPr lang="en-US" dirty="0" err="1"/>
              <a:t>hợp</a:t>
            </a:r>
            <a:r>
              <a:rPr lang="en-US" dirty="0"/>
              <a:t> </a:t>
            </a:r>
            <a:r>
              <a:rPr lang="en-US" dirty="0" err="1"/>
              <a:t>với</a:t>
            </a:r>
            <a:r>
              <a:rPr lang="en-US" dirty="0"/>
              <a:t> </a:t>
            </a:r>
            <a:r>
              <a:rPr lang="en-US" dirty="0" err="1"/>
              <a:t>đơn</a:t>
            </a:r>
            <a:r>
              <a:rPr lang="en-US" dirty="0"/>
              <a:t> </a:t>
            </a:r>
            <a:r>
              <a:rPr lang="en-US" dirty="0" err="1"/>
              <a:t>vị</a:t>
            </a:r>
            <a:r>
              <a:rPr lang="en-US" dirty="0"/>
              <a:t> </a:t>
            </a:r>
            <a:r>
              <a:rPr lang="en-US" dirty="0" err="1"/>
              <a:t>báo</a:t>
            </a:r>
            <a:r>
              <a:rPr lang="en-US" dirty="0"/>
              <a:t> </a:t>
            </a:r>
            <a:r>
              <a:rPr lang="en-US" dirty="0" err="1"/>
              <a:t>quan</a:t>
            </a:r>
            <a:r>
              <a:rPr lang="en-US" dirty="0"/>
              <a:t> </a:t>
            </a:r>
            <a:r>
              <a:rPr lang="en-US" dirty="0" err="1"/>
              <a:t>và</a:t>
            </a:r>
            <a:r>
              <a:rPr lang="en-US" dirty="0"/>
              <a:t> </a:t>
            </a:r>
            <a:r>
              <a:rPr lang="en-US" dirty="0" err="1"/>
              <a:t>bộ</a:t>
            </a:r>
            <a:r>
              <a:rPr lang="en-US" dirty="0"/>
              <a:t> </a:t>
            </a:r>
            <a:r>
              <a:rPr lang="en-US" dirty="0" err="1"/>
              <a:t>phận</a:t>
            </a:r>
            <a:r>
              <a:rPr lang="en-US" dirty="0"/>
              <a:t> </a:t>
            </a:r>
            <a:r>
              <a:rPr lang="en-US" dirty="0" err="1"/>
              <a:t>kế</a:t>
            </a:r>
            <a:r>
              <a:rPr lang="en-US" dirty="0"/>
              <a:t> </a:t>
            </a:r>
            <a:r>
              <a:rPr lang="en-US" dirty="0" err="1"/>
              <a:t>toán</a:t>
            </a:r>
            <a:r>
              <a:rPr lang="en-US" dirty="0"/>
              <a:t> </a:t>
            </a:r>
            <a:r>
              <a:rPr lang="en-US" dirty="0" err="1"/>
              <a:t>hai</a:t>
            </a:r>
            <a:r>
              <a:rPr lang="en-US" dirty="0"/>
              <a:t> </a:t>
            </a:r>
            <a:r>
              <a:rPr lang="en-US" dirty="0" err="1"/>
              <a:t>bên</a:t>
            </a:r>
            <a:r>
              <a:rPr lang="en-US" dirty="0"/>
              <a:t> </a:t>
            </a:r>
            <a:r>
              <a:rPr lang="en-US" dirty="0" err="1"/>
              <a:t>để</a:t>
            </a:r>
            <a:r>
              <a:rPr lang="en-US" dirty="0"/>
              <a:t> </a:t>
            </a:r>
            <a:r>
              <a:rPr lang="en-US" dirty="0" err="1"/>
              <a:t>xác</a:t>
            </a:r>
            <a:r>
              <a:rPr lang="en-US" dirty="0"/>
              <a:t> </a:t>
            </a:r>
            <a:r>
              <a:rPr lang="en-US" dirty="0" err="1"/>
              <a:t>nhận</a:t>
            </a:r>
            <a:r>
              <a:rPr lang="en-US" dirty="0"/>
              <a:t> </a:t>
            </a:r>
            <a:r>
              <a:rPr lang="en-US" dirty="0" err="1"/>
              <a:t>những</a:t>
            </a:r>
            <a:r>
              <a:rPr lang="en-US" dirty="0"/>
              <a:t> </a:t>
            </a:r>
            <a:r>
              <a:rPr lang="en-US" dirty="0" err="1"/>
              <a:t>nội</a:t>
            </a:r>
            <a:r>
              <a:rPr lang="en-US" dirty="0"/>
              <a:t> dung </a:t>
            </a:r>
            <a:r>
              <a:rPr lang="en-US" dirty="0" err="1"/>
              <a:t>còn</a:t>
            </a:r>
            <a:r>
              <a:rPr lang="en-US" dirty="0"/>
              <a:t> </a:t>
            </a:r>
            <a:r>
              <a:rPr lang="en-US" dirty="0" err="1"/>
              <a:t>thiếu</a:t>
            </a:r>
            <a:r>
              <a:rPr lang="en-US" dirty="0"/>
              <a:t> </a:t>
            </a:r>
            <a:r>
              <a:rPr lang="en-US" dirty="0" err="1"/>
              <a:t>hoặc</a:t>
            </a:r>
            <a:r>
              <a:rPr lang="en-US" dirty="0"/>
              <a:t> </a:t>
            </a:r>
            <a:r>
              <a:rPr lang="en-US" dirty="0" err="1"/>
              <a:t>cần</a:t>
            </a:r>
            <a:r>
              <a:rPr lang="en-US" dirty="0"/>
              <a:t> </a:t>
            </a:r>
            <a:r>
              <a:rPr lang="en-US" dirty="0" err="1"/>
              <a:t>điều</a:t>
            </a:r>
            <a:r>
              <a:rPr lang="en-US" dirty="0"/>
              <a:t> </a:t>
            </a:r>
            <a:r>
              <a:rPr lang="en-US" dirty="0" err="1"/>
              <a:t>chỉnh</a:t>
            </a:r>
            <a:r>
              <a:rPr lang="en-US" dirty="0"/>
              <a:t>.</a:t>
            </a:r>
          </a:p>
          <a:p>
            <a:r>
              <a:rPr lang="en-US" dirty="0" err="1"/>
              <a:t>Tiếp</a:t>
            </a:r>
            <a:r>
              <a:rPr lang="en-US" dirty="0"/>
              <a:t> </a:t>
            </a:r>
            <a:r>
              <a:rPr lang="en-US" dirty="0" err="1"/>
              <a:t>tục</a:t>
            </a:r>
            <a:r>
              <a:rPr lang="en-US" dirty="0"/>
              <a:t> </a:t>
            </a:r>
            <a:r>
              <a:rPr lang="en-US" dirty="0" err="1"/>
              <a:t>theo</a:t>
            </a:r>
            <a:r>
              <a:rPr lang="en-US" dirty="0"/>
              <a:t> </a:t>
            </a:r>
            <a:r>
              <a:rPr lang="en-US" dirty="0" err="1"/>
              <a:t>dõi</a:t>
            </a:r>
            <a:r>
              <a:rPr lang="en-US" dirty="0"/>
              <a:t> </a:t>
            </a:r>
            <a:r>
              <a:rPr lang="en-US" dirty="0" err="1"/>
              <a:t>tiến</a:t>
            </a:r>
            <a:r>
              <a:rPr lang="en-US" dirty="0"/>
              <a:t> </a:t>
            </a:r>
            <a:r>
              <a:rPr lang="en-US" dirty="0" err="1"/>
              <a:t>độ</a:t>
            </a:r>
            <a:r>
              <a:rPr lang="en-US" dirty="0"/>
              <a:t> </a:t>
            </a:r>
            <a:r>
              <a:rPr lang="en-US" dirty="0" err="1"/>
              <a:t>chuẩn</a:t>
            </a:r>
            <a:r>
              <a:rPr lang="en-US" dirty="0"/>
              <a:t> </a:t>
            </a:r>
            <a:r>
              <a:rPr lang="en-US" dirty="0" err="1"/>
              <a:t>bị</a:t>
            </a:r>
            <a:r>
              <a:rPr lang="en-US" dirty="0"/>
              <a:t>, </a:t>
            </a:r>
            <a:r>
              <a:rPr lang="en-US" dirty="0" err="1"/>
              <a:t>vận</a:t>
            </a:r>
            <a:r>
              <a:rPr lang="en-US" dirty="0"/>
              <a:t> </a:t>
            </a:r>
            <a:r>
              <a:rPr lang="en-US" dirty="0" err="1"/>
              <a:t>chuyển</a:t>
            </a:r>
            <a:r>
              <a:rPr lang="en-US" dirty="0"/>
              <a:t> </a:t>
            </a:r>
            <a:r>
              <a:rPr lang="en-US" dirty="0" err="1"/>
              <a:t>và</a:t>
            </a:r>
            <a:r>
              <a:rPr lang="en-US" dirty="0"/>
              <a:t> </a:t>
            </a:r>
            <a:r>
              <a:rPr lang="en-US" dirty="0" err="1"/>
              <a:t>giao</a:t>
            </a:r>
            <a:r>
              <a:rPr lang="en-US" dirty="0"/>
              <a:t> </a:t>
            </a:r>
            <a:r>
              <a:rPr lang="en-US" b="1" dirty="0" err="1"/>
              <a:t>máy</a:t>
            </a:r>
            <a:r>
              <a:rPr lang="en-US" b="1" dirty="0"/>
              <a:t> </a:t>
            </a:r>
            <a:r>
              <a:rPr lang="en-US" b="1" dirty="0" err="1"/>
              <a:t>chủ</a:t>
            </a:r>
            <a:r>
              <a:rPr lang="en-US" b="1" dirty="0"/>
              <a:t>, </a:t>
            </a:r>
            <a:r>
              <a:rPr lang="en-US" b="1" dirty="0" err="1"/>
              <a:t>máy</a:t>
            </a:r>
            <a:r>
              <a:rPr lang="en-US" b="1" dirty="0"/>
              <a:t> </a:t>
            </a:r>
            <a:r>
              <a:rPr lang="en-US" b="1" dirty="0" err="1"/>
              <a:t>tính</a:t>
            </a:r>
            <a:r>
              <a:rPr lang="en-US" b="1" dirty="0"/>
              <a:t> </a:t>
            </a:r>
            <a:r>
              <a:rPr lang="en-US" b="1" dirty="0" err="1"/>
              <a:t>và</a:t>
            </a:r>
            <a:r>
              <a:rPr lang="en-US" b="1" dirty="0"/>
              <a:t> </a:t>
            </a:r>
            <a:r>
              <a:rPr lang="en-US" b="1" dirty="0" err="1"/>
              <a:t>các</a:t>
            </a:r>
            <a:r>
              <a:rPr lang="en-US" b="1" dirty="0"/>
              <a:t> </a:t>
            </a:r>
            <a:r>
              <a:rPr lang="en-US" b="1" dirty="0" err="1"/>
              <a:t>thiết</a:t>
            </a:r>
            <a:r>
              <a:rPr lang="en-US" b="1" dirty="0"/>
              <a:t> </a:t>
            </a:r>
            <a:r>
              <a:rPr lang="en-US" b="1" dirty="0" err="1"/>
              <a:t>bị</a:t>
            </a:r>
            <a:r>
              <a:rPr lang="en-US" b="1" dirty="0"/>
              <a:t> </a:t>
            </a:r>
            <a:r>
              <a:rPr lang="en-US" b="1" dirty="0" err="1"/>
              <a:t>của</a:t>
            </a:r>
            <a:r>
              <a:rPr lang="en-US" b="1" dirty="0"/>
              <a:t> TBL</a:t>
            </a:r>
            <a:r>
              <a:rPr lang="en-US" dirty="0"/>
              <a:t>, </a:t>
            </a:r>
            <a:r>
              <a:rPr lang="en-US" dirty="0" err="1"/>
              <a:t>chủ</a:t>
            </a:r>
            <a:r>
              <a:rPr lang="en-US" dirty="0"/>
              <a:t> </a:t>
            </a:r>
            <a:r>
              <a:rPr lang="en-US" dirty="0" err="1"/>
              <a:t>động</a:t>
            </a:r>
            <a:r>
              <a:rPr lang="en-US" dirty="0"/>
              <a:t> </a:t>
            </a:r>
            <a:r>
              <a:rPr lang="en-US" dirty="0" err="1"/>
              <a:t>xác</a:t>
            </a:r>
            <a:r>
              <a:rPr lang="en-US" dirty="0"/>
              <a:t> </a:t>
            </a:r>
            <a:r>
              <a:rPr lang="en-US" dirty="0" err="1"/>
              <a:t>nhận</a:t>
            </a:r>
            <a:r>
              <a:rPr lang="en-US" dirty="0"/>
              <a:t> </a:t>
            </a:r>
            <a:r>
              <a:rPr lang="en-US" dirty="0" err="1"/>
              <a:t>người</a:t>
            </a:r>
            <a:r>
              <a:rPr lang="en-US" dirty="0"/>
              <a:t> </a:t>
            </a:r>
            <a:r>
              <a:rPr lang="en-US" dirty="0" err="1"/>
              <a:t>nhận</a:t>
            </a:r>
            <a:r>
              <a:rPr lang="en-US" dirty="0"/>
              <a:t> </a:t>
            </a:r>
            <a:r>
              <a:rPr lang="en-US" dirty="0" err="1"/>
              <a:t>hàng</a:t>
            </a:r>
            <a:r>
              <a:rPr lang="en-US" dirty="0"/>
              <a:t> </a:t>
            </a:r>
            <a:r>
              <a:rPr lang="en-US" dirty="0" err="1"/>
              <a:t>và</a:t>
            </a:r>
            <a:r>
              <a:rPr lang="en-US" dirty="0"/>
              <a:t> </a:t>
            </a:r>
            <a:r>
              <a:rPr lang="en-US" dirty="0" err="1"/>
              <a:t>thời</a:t>
            </a:r>
            <a:r>
              <a:rPr lang="en-US" dirty="0"/>
              <a:t> </a:t>
            </a:r>
            <a:r>
              <a:rPr lang="en-US" dirty="0" err="1"/>
              <a:t>gian</a:t>
            </a:r>
            <a:r>
              <a:rPr lang="en-US" dirty="0"/>
              <a:t> </a:t>
            </a:r>
            <a:r>
              <a:rPr lang="en-US" dirty="0" err="1"/>
              <a:t>giao</a:t>
            </a:r>
            <a:r>
              <a:rPr lang="en-US" dirty="0"/>
              <a:t> </a:t>
            </a:r>
            <a:r>
              <a:rPr lang="en-US" dirty="0" err="1"/>
              <a:t>hàng</a:t>
            </a:r>
            <a:r>
              <a:rPr lang="en-US" dirty="0"/>
              <a:t> </a:t>
            </a:r>
            <a:r>
              <a:rPr lang="en-US" dirty="0" err="1"/>
              <a:t>để</a:t>
            </a:r>
            <a:r>
              <a:rPr lang="en-US" dirty="0"/>
              <a:t> </a:t>
            </a:r>
            <a:r>
              <a:rPr lang="en-US" dirty="0" err="1"/>
              <a:t>đảm</a:t>
            </a:r>
            <a:r>
              <a:rPr lang="en-US" dirty="0"/>
              <a:t> </a:t>
            </a:r>
            <a:r>
              <a:rPr lang="en-US" dirty="0" err="1"/>
              <a:t>bảo</a:t>
            </a:r>
            <a:r>
              <a:rPr lang="en-US" dirty="0"/>
              <a:t> </a:t>
            </a:r>
            <a:r>
              <a:rPr lang="en-US" dirty="0" err="1"/>
              <a:t>không</a:t>
            </a:r>
            <a:r>
              <a:rPr lang="en-US" dirty="0"/>
              <a:t> </a:t>
            </a:r>
            <a:r>
              <a:rPr lang="en-US" dirty="0" err="1"/>
              <a:t>ảnh</a:t>
            </a:r>
            <a:r>
              <a:rPr lang="en-US" dirty="0"/>
              <a:t> </a:t>
            </a:r>
            <a:r>
              <a:rPr lang="en-US" dirty="0" err="1"/>
              <a:t>hưởng</a:t>
            </a:r>
            <a:r>
              <a:rPr lang="en-US" dirty="0"/>
              <a:t> </a:t>
            </a:r>
            <a:r>
              <a:rPr lang="en-US" dirty="0" err="1"/>
              <a:t>đến</a:t>
            </a:r>
            <a:r>
              <a:rPr lang="en-US" dirty="0"/>
              <a:t> </a:t>
            </a:r>
            <a:r>
              <a:rPr lang="en-US" dirty="0" err="1"/>
              <a:t>tiến</a:t>
            </a:r>
            <a:r>
              <a:rPr lang="en-US" dirty="0"/>
              <a:t> </a:t>
            </a:r>
            <a:r>
              <a:rPr lang="en-US" dirty="0" err="1"/>
              <a:t>độ</a:t>
            </a:r>
            <a:r>
              <a:rPr lang="en-US" dirty="0"/>
              <a:t> </a:t>
            </a:r>
            <a:r>
              <a:rPr lang="en-US" dirty="0" err="1"/>
              <a:t>dự</a:t>
            </a:r>
            <a:r>
              <a:rPr lang="en-US" dirty="0"/>
              <a:t> </a:t>
            </a:r>
            <a:r>
              <a:rPr lang="en-US" dirty="0" err="1"/>
              <a:t>án</a:t>
            </a:r>
            <a:r>
              <a:rPr lang="en-US" dirty="0"/>
              <a:t>.</a:t>
            </a:r>
          </a:p>
          <a:p>
            <a:r>
              <a:rPr lang="en-US" dirty="0" err="1"/>
              <a:t>Đối</a:t>
            </a:r>
            <a:r>
              <a:rPr lang="en-US" dirty="0"/>
              <a:t> </a:t>
            </a:r>
            <a:r>
              <a:rPr lang="en-US" dirty="0" err="1"/>
              <a:t>với</a:t>
            </a:r>
            <a:r>
              <a:rPr lang="en-US" dirty="0"/>
              <a:t> </a:t>
            </a:r>
            <a:r>
              <a:rPr lang="en-US" b="1" dirty="0"/>
              <a:t>CX</a:t>
            </a:r>
            <a:r>
              <a:rPr lang="en-US" dirty="0"/>
              <a:t>, </a:t>
            </a:r>
            <a:r>
              <a:rPr lang="en-US" dirty="0" err="1"/>
              <a:t>tiếp</a:t>
            </a:r>
            <a:r>
              <a:rPr lang="en-US" dirty="0"/>
              <a:t> </a:t>
            </a:r>
            <a:r>
              <a:rPr lang="en-US" dirty="0" err="1"/>
              <a:t>tục</a:t>
            </a:r>
            <a:r>
              <a:rPr lang="en-US" dirty="0"/>
              <a:t> </a:t>
            </a:r>
            <a:r>
              <a:rPr lang="en-US" dirty="0" err="1"/>
              <a:t>theo</a:t>
            </a:r>
            <a:r>
              <a:rPr lang="en-US" dirty="0"/>
              <a:t> </a:t>
            </a:r>
            <a:r>
              <a:rPr lang="en-US" dirty="0" err="1"/>
              <a:t>dõi</a:t>
            </a:r>
            <a:r>
              <a:rPr lang="en-US" dirty="0"/>
              <a:t> </a:t>
            </a:r>
            <a:r>
              <a:rPr lang="en-US" dirty="0" err="1"/>
              <a:t>tình</a:t>
            </a:r>
            <a:r>
              <a:rPr lang="en-US" dirty="0"/>
              <a:t> </a:t>
            </a:r>
            <a:r>
              <a:rPr lang="en-US" dirty="0" err="1"/>
              <a:t>trạng</a:t>
            </a:r>
            <a:r>
              <a:rPr lang="en-US" dirty="0"/>
              <a:t> </a:t>
            </a:r>
            <a:r>
              <a:rPr lang="en-US" dirty="0" err="1"/>
              <a:t>nghiệm</a:t>
            </a:r>
            <a:r>
              <a:rPr lang="en-US" dirty="0"/>
              <a:t> </a:t>
            </a:r>
            <a:r>
              <a:rPr lang="en-US" dirty="0" err="1"/>
              <a:t>thu</a:t>
            </a:r>
            <a:r>
              <a:rPr lang="en-US" dirty="0"/>
              <a:t>, </a:t>
            </a:r>
            <a:r>
              <a:rPr lang="en-US" dirty="0" err="1"/>
              <a:t>hóa</a:t>
            </a:r>
            <a:r>
              <a:rPr lang="en-US" dirty="0"/>
              <a:t> </a:t>
            </a:r>
            <a:r>
              <a:rPr lang="en-US" dirty="0" err="1"/>
              <a:t>đơn</a:t>
            </a:r>
            <a:r>
              <a:rPr lang="en-US" dirty="0"/>
              <a:t> </a:t>
            </a:r>
            <a:r>
              <a:rPr lang="en-US" dirty="0" err="1"/>
              <a:t>và</a:t>
            </a:r>
            <a:r>
              <a:rPr lang="en-US" dirty="0"/>
              <a:t> </a:t>
            </a:r>
            <a:r>
              <a:rPr lang="en-US" dirty="0" err="1"/>
              <a:t>các</a:t>
            </a:r>
            <a:r>
              <a:rPr lang="en-US" dirty="0"/>
              <a:t> </a:t>
            </a:r>
            <a:r>
              <a:rPr lang="en-US" dirty="0" err="1"/>
              <a:t>khoản</a:t>
            </a:r>
            <a:r>
              <a:rPr lang="en-US" dirty="0"/>
              <a:t> </a:t>
            </a:r>
            <a:r>
              <a:rPr lang="en-US" dirty="0" err="1"/>
              <a:t>công</a:t>
            </a:r>
            <a:r>
              <a:rPr lang="en-US" dirty="0"/>
              <a:t> </a:t>
            </a:r>
            <a:r>
              <a:rPr lang="en-US" dirty="0" err="1"/>
              <a:t>nợ</a:t>
            </a:r>
            <a:r>
              <a:rPr lang="en-US" dirty="0"/>
              <a:t> </a:t>
            </a:r>
            <a:r>
              <a:rPr lang="en-US" dirty="0" err="1"/>
              <a:t>đang</a:t>
            </a:r>
            <a:r>
              <a:rPr lang="en-US" dirty="0"/>
              <a:t> </a:t>
            </a:r>
            <a:r>
              <a:rPr lang="en-US" dirty="0" err="1"/>
              <a:t>chờ</a:t>
            </a:r>
            <a:r>
              <a:rPr lang="en-US" dirty="0"/>
              <a:t> </a:t>
            </a:r>
            <a:r>
              <a:rPr lang="en-US" dirty="0" err="1"/>
              <a:t>thanh</a:t>
            </a:r>
            <a:r>
              <a:rPr lang="en-US" dirty="0"/>
              <a:t> </a:t>
            </a:r>
            <a:r>
              <a:rPr lang="en-US" dirty="0" err="1"/>
              <a:t>toán</a:t>
            </a:r>
            <a:r>
              <a:rPr lang="en-US" dirty="0"/>
              <a:t>; </a:t>
            </a:r>
            <a:r>
              <a:rPr lang="en-US" dirty="0" err="1"/>
              <a:t>chủ</a:t>
            </a:r>
            <a:r>
              <a:rPr lang="en-US" dirty="0"/>
              <a:t> </a:t>
            </a:r>
            <a:r>
              <a:rPr lang="en-US" dirty="0" err="1"/>
              <a:t>động</a:t>
            </a:r>
            <a:r>
              <a:rPr lang="en-US" dirty="0"/>
              <a:t> </a:t>
            </a:r>
            <a:r>
              <a:rPr lang="en-US" dirty="0" err="1"/>
              <a:t>liên</a:t>
            </a:r>
            <a:r>
              <a:rPr lang="en-US" dirty="0"/>
              <a:t> </a:t>
            </a:r>
            <a:r>
              <a:rPr lang="en-US" dirty="0" err="1"/>
              <a:t>hệ</a:t>
            </a:r>
            <a:r>
              <a:rPr lang="en-US" dirty="0"/>
              <a:t> </a:t>
            </a:r>
            <a:r>
              <a:rPr lang="en-US" dirty="0" err="1"/>
              <a:t>khách</a:t>
            </a:r>
            <a:r>
              <a:rPr lang="en-US" dirty="0"/>
              <a:t> </a:t>
            </a:r>
            <a:r>
              <a:rPr lang="en-US" dirty="0" err="1"/>
              <a:t>hàng</a:t>
            </a:r>
            <a:r>
              <a:rPr lang="en-US" dirty="0"/>
              <a:t> </a:t>
            </a:r>
            <a:r>
              <a:rPr lang="en-US" dirty="0" err="1"/>
              <a:t>để</a:t>
            </a:r>
            <a:r>
              <a:rPr lang="en-US" dirty="0"/>
              <a:t> </a:t>
            </a:r>
            <a:r>
              <a:rPr lang="en-US" dirty="0" err="1"/>
              <a:t>xác</a:t>
            </a:r>
            <a:r>
              <a:rPr lang="en-US" dirty="0"/>
              <a:t> </a:t>
            </a:r>
            <a:r>
              <a:rPr lang="en-US" dirty="0" err="1"/>
              <a:t>nhận</a:t>
            </a:r>
            <a:r>
              <a:rPr lang="en-US" dirty="0"/>
              <a:t> </a:t>
            </a:r>
            <a:r>
              <a:rPr lang="en-US" dirty="0" err="1"/>
              <a:t>những</a:t>
            </a:r>
            <a:r>
              <a:rPr lang="en-US" dirty="0"/>
              <a:t> </a:t>
            </a:r>
            <a:r>
              <a:rPr lang="en-US" dirty="0" err="1"/>
              <a:t>hồ</a:t>
            </a:r>
            <a:r>
              <a:rPr lang="en-US" dirty="0"/>
              <a:t> </a:t>
            </a:r>
            <a:r>
              <a:rPr lang="en-US" dirty="0" err="1"/>
              <a:t>sơ</a:t>
            </a:r>
            <a:r>
              <a:rPr lang="en-US" dirty="0"/>
              <a:t> </a:t>
            </a:r>
            <a:r>
              <a:rPr lang="en-US" dirty="0" err="1"/>
              <a:t>còn</a:t>
            </a:r>
            <a:r>
              <a:rPr lang="en-US" dirty="0"/>
              <a:t> </a:t>
            </a:r>
            <a:r>
              <a:rPr lang="en-US" dirty="0" err="1"/>
              <a:t>thiếu</a:t>
            </a:r>
            <a:r>
              <a:rPr lang="en-US" dirty="0"/>
              <a:t> </a:t>
            </a:r>
            <a:r>
              <a:rPr lang="en-US" dirty="0" err="1"/>
              <a:t>và</a:t>
            </a:r>
            <a:r>
              <a:rPr lang="en-US" dirty="0"/>
              <a:t> </a:t>
            </a:r>
            <a:r>
              <a:rPr lang="en-US" dirty="0" err="1"/>
              <a:t>thúc</a:t>
            </a:r>
            <a:r>
              <a:rPr lang="en-US" dirty="0"/>
              <a:t> </a:t>
            </a:r>
            <a:r>
              <a:rPr lang="en-US" dirty="0" err="1"/>
              <a:t>đẩy</a:t>
            </a:r>
            <a:r>
              <a:rPr lang="en-US" dirty="0"/>
              <a:t> </a:t>
            </a:r>
            <a:r>
              <a:rPr lang="en-US" dirty="0" err="1"/>
              <a:t>hoàn</a:t>
            </a:r>
            <a:r>
              <a:rPr lang="en-US" dirty="0"/>
              <a:t> </a:t>
            </a:r>
            <a:r>
              <a:rPr lang="en-US" dirty="0" err="1"/>
              <a:t>tất</a:t>
            </a:r>
            <a:r>
              <a:rPr lang="en-US" dirty="0"/>
              <a:t> </a:t>
            </a:r>
            <a:r>
              <a:rPr lang="en-US" dirty="0" err="1"/>
              <a:t>thủ</a:t>
            </a:r>
            <a:r>
              <a:rPr lang="en-US" dirty="0"/>
              <a:t> </a:t>
            </a:r>
            <a:r>
              <a:rPr lang="en-US" dirty="0" err="1"/>
              <a:t>tục</a:t>
            </a:r>
            <a:r>
              <a:rPr lang="en-US" dirty="0"/>
              <a:t> </a:t>
            </a:r>
            <a:r>
              <a:rPr lang="en-US" dirty="0" err="1"/>
              <a:t>thanh</a:t>
            </a:r>
            <a:r>
              <a:rPr lang="en-US" dirty="0"/>
              <a:t> </a:t>
            </a:r>
            <a:r>
              <a:rPr lang="en-US" dirty="0" err="1"/>
              <a:t>toán</a:t>
            </a:r>
            <a:r>
              <a:rPr lang="en-US" dirty="0"/>
              <a:t>.</a:t>
            </a:r>
          </a:p>
          <a:p>
            <a:r>
              <a:rPr lang="en-US" dirty="0" err="1"/>
              <a:t>Đồng</a:t>
            </a:r>
            <a:r>
              <a:rPr lang="en-US" dirty="0"/>
              <a:t> </a:t>
            </a:r>
            <a:r>
              <a:rPr lang="en-US" dirty="0" err="1"/>
              <a:t>thời</a:t>
            </a:r>
            <a:r>
              <a:rPr lang="en-US" dirty="0"/>
              <a:t> </a:t>
            </a:r>
            <a:r>
              <a:rPr lang="en-US" dirty="0" err="1"/>
              <a:t>theo</a:t>
            </a:r>
            <a:r>
              <a:rPr lang="en-US" dirty="0"/>
              <a:t> </a:t>
            </a:r>
            <a:r>
              <a:rPr lang="en-US" dirty="0" err="1"/>
              <a:t>dõi</a:t>
            </a:r>
            <a:r>
              <a:rPr lang="en-US" dirty="0"/>
              <a:t> </a:t>
            </a:r>
            <a:r>
              <a:rPr lang="en-US" dirty="0" err="1"/>
              <a:t>việc</a:t>
            </a:r>
            <a:r>
              <a:rPr lang="en-US" dirty="0"/>
              <a:t> </a:t>
            </a:r>
            <a:r>
              <a:rPr lang="en-US" dirty="0" err="1"/>
              <a:t>đặt</a:t>
            </a:r>
            <a:r>
              <a:rPr lang="en-US" dirty="0"/>
              <a:t> </a:t>
            </a:r>
            <a:r>
              <a:rPr lang="en-US" dirty="0" err="1"/>
              <a:t>mua</a:t>
            </a:r>
            <a:r>
              <a:rPr lang="en-US" dirty="0"/>
              <a:t> </a:t>
            </a:r>
            <a:r>
              <a:rPr lang="en-US" dirty="0" err="1"/>
              <a:t>và</a:t>
            </a:r>
            <a:r>
              <a:rPr lang="en-US" dirty="0"/>
              <a:t> </a:t>
            </a:r>
            <a:r>
              <a:rPr lang="en-US" dirty="0" err="1"/>
              <a:t>giao</a:t>
            </a:r>
            <a:r>
              <a:rPr lang="en-US" dirty="0"/>
              <a:t> </a:t>
            </a:r>
            <a:r>
              <a:rPr lang="en-US" b="1" dirty="0" err="1"/>
              <a:t>bàn</a:t>
            </a:r>
            <a:r>
              <a:rPr lang="en-US" b="1" dirty="0"/>
              <a:t> </a:t>
            </a:r>
            <a:r>
              <a:rPr lang="en-US" b="1" dirty="0" err="1"/>
              <a:t>ghế</a:t>
            </a:r>
            <a:r>
              <a:rPr lang="en-US" b="1" dirty="0"/>
              <a:t> </a:t>
            </a:r>
            <a:r>
              <a:rPr lang="en-US" b="1" dirty="0" err="1"/>
              <a:t>văn</a:t>
            </a:r>
            <a:r>
              <a:rPr lang="en-US" b="1" dirty="0"/>
              <a:t> </a:t>
            </a:r>
            <a:r>
              <a:rPr lang="en-US" b="1" dirty="0" err="1"/>
              <a:t>phòng</a:t>
            </a:r>
            <a:r>
              <a:rPr lang="en-US" dirty="0"/>
              <a:t> </a:t>
            </a:r>
            <a:r>
              <a:rPr lang="en-US" dirty="0" err="1"/>
              <a:t>sau</a:t>
            </a:r>
            <a:r>
              <a:rPr lang="en-US" dirty="0"/>
              <a:t> </a:t>
            </a:r>
            <a:r>
              <a:rPr lang="en-US" dirty="0" err="1"/>
              <a:t>khi</a:t>
            </a:r>
            <a:r>
              <a:rPr lang="en-US" dirty="0"/>
              <a:t> </a:t>
            </a:r>
            <a:r>
              <a:rPr lang="en-US" dirty="0" err="1"/>
              <a:t>báo</a:t>
            </a:r>
            <a:r>
              <a:rPr lang="en-US" dirty="0"/>
              <a:t> </a:t>
            </a:r>
            <a:r>
              <a:rPr lang="en-US" dirty="0" err="1"/>
              <a:t>giá</a:t>
            </a:r>
            <a:r>
              <a:rPr lang="en-US" dirty="0"/>
              <a:t> </a:t>
            </a:r>
            <a:r>
              <a:rPr lang="en-US" dirty="0" err="1"/>
              <a:t>được</a:t>
            </a:r>
            <a:r>
              <a:rPr lang="en-US" dirty="0"/>
              <a:t> </a:t>
            </a:r>
            <a:r>
              <a:rPr lang="en-US" dirty="0" err="1"/>
              <a:t>xác</a:t>
            </a:r>
            <a:r>
              <a:rPr lang="en-US" dirty="0"/>
              <a:t> </a:t>
            </a:r>
            <a:r>
              <a:rPr lang="en-US" dirty="0" err="1"/>
              <a:t>nhận</a:t>
            </a:r>
            <a:r>
              <a:rPr lang="en-US" dirty="0"/>
              <a:t>; </a:t>
            </a:r>
            <a:r>
              <a:rPr lang="en-US" dirty="0" err="1"/>
              <a:t>kiểm</a:t>
            </a:r>
            <a:r>
              <a:rPr lang="en-US" dirty="0"/>
              <a:t> </a:t>
            </a:r>
            <a:r>
              <a:rPr lang="en-US" dirty="0" err="1"/>
              <a:t>tra</a:t>
            </a:r>
            <a:r>
              <a:rPr lang="en-US" dirty="0"/>
              <a:t> </a:t>
            </a:r>
            <a:r>
              <a:rPr lang="en-US" dirty="0" err="1"/>
              <a:t>màu</a:t>
            </a:r>
            <a:r>
              <a:rPr lang="en-US" dirty="0"/>
              <a:t> </a:t>
            </a:r>
            <a:r>
              <a:rPr lang="en-US" dirty="0" err="1"/>
              <a:t>sắc</a:t>
            </a:r>
            <a:r>
              <a:rPr lang="en-US" dirty="0"/>
              <a:t>, </a:t>
            </a:r>
            <a:r>
              <a:rPr lang="en-US" dirty="0" err="1"/>
              <a:t>mẫu</a:t>
            </a:r>
            <a:r>
              <a:rPr lang="en-US" dirty="0"/>
              <a:t> </a:t>
            </a:r>
            <a:r>
              <a:rPr lang="en-US" dirty="0" err="1"/>
              <a:t>sản</a:t>
            </a:r>
            <a:r>
              <a:rPr lang="en-US" dirty="0"/>
              <a:t> </a:t>
            </a:r>
            <a:r>
              <a:rPr lang="en-US" dirty="0" err="1"/>
              <a:t>phẩm</a:t>
            </a:r>
            <a:r>
              <a:rPr lang="en-US" dirty="0"/>
              <a:t> </a:t>
            </a:r>
            <a:r>
              <a:rPr lang="en-US" dirty="0" err="1"/>
              <a:t>và</a:t>
            </a:r>
            <a:r>
              <a:rPr lang="en-US" dirty="0"/>
              <a:t> </a:t>
            </a:r>
            <a:r>
              <a:rPr lang="en-US" dirty="0" err="1"/>
              <a:t>thời</a:t>
            </a:r>
            <a:r>
              <a:rPr lang="en-US" dirty="0"/>
              <a:t> </a:t>
            </a:r>
            <a:r>
              <a:rPr lang="en-US" dirty="0" err="1"/>
              <a:t>gian</a:t>
            </a:r>
            <a:r>
              <a:rPr lang="en-US" dirty="0"/>
              <a:t> </a:t>
            </a:r>
            <a:r>
              <a:rPr lang="en-US" dirty="0" err="1"/>
              <a:t>giao</a:t>
            </a:r>
            <a:r>
              <a:rPr lang="en-US" dirty="0"/>
              <a:t> </a:t>
            </a:r>
            <a:r>
              <a:rPr lang="en-US" dirty="0" err="1"/>
              <a:t>thực</a:t>
            </a:r>
            <a:r>
              <a:rPr lang="en-US" dirty="0"/>
              <a:t> </a:t>
            </a:r>
            <a:r>
              <a:rPr lang="en-US" dirty="0" err="1"/>
              <a:t>tế</a:t>
            </a:r>
            <a:r>
              <a:rPr lang="en-US" dirty="0"/>
              <a:t> </a:t>
            </a:r>
            <a:r>
              <a:rPr lang="en-US" dirty="0" err="1"/>
              <a:t>với</a:t>
            </a:r>
            <a:r>
              <a:rPr lang="en-US" dirty="0"/>
              <a:t> NCC. </a:t>
            </a:r>
            <a:r>
              <a:rPr lang="en-US" dirty="0" err="1"/>
              <a:t>Tiếp</a:t>
            </a:r>
            <a:r>
              <a:rPr lang="en-US" dirty="0"/>
              <a:t> </a:t>
            </a:r>
            <a:r>
              <a:rPr lang="en-US" dirty="0" err="1"/>
              <a:t>tục</a:t>
            </a:r>
            <a:r>
              <a:rPr lang="en-US" dirty="0"/>
              <a:t> </a:t>
            </a:r>
            <a:r>
              <a:rPr lang="en-US" dirty="0" err="1"/>
              <a:t>cập</a:t>
            </a:r>
            <a:r>
              <a:rPr lang="en-US" dirty="0"/>
              <a:t> </a:t>
            </a:r>
            <a:r>
              <a:rPr lang="en-US" dirty="0" err="1"/>
              <a:t>nhật</a:t>
            </a:r>
            <a:r>
              <a:rPr lang="en-US" dirty="0"/>
              <a:t> </a:t>
            </a:r>
            <a:r>
              <a:rPr lang="en-US" dirty="0" err="1"/>
              <a:t>các</a:t>
            </a:r>
            <a:r>
              <a:rPr lang="en-US" dirty="0"/>
              <a:t> </a:t>
            </a:r>
            <a:r>
              <a:rPr lang="en-US" dirty="0" err="1"/>
              <a:t>báo</a:t>
            </a:r>
            <a:r>
              <a:rPr lang="en-US" dirty="0"/>
              <a:t> </a:t>
            </a:r>
            <a:r>
              <a:rPr lang="en-US" dirty="0" err="1"/>
              <a:t>giá</a:t>
            </a:r>
            <a:r>
              <a:rPr lang="en-US" dirty="0"/>
              <a:t>, </a:t>
            </a:r>
            <a:r>
              <a:rPr lang="en-US" dirty="0" err="1"/>
              <a:t>hợp</a:t>
            </a:r>
            <a:r>
              <a:rPr lang="en-US" dirty="0"/>
              <a:t> </a:t>
            </a:r>
            <a:r>
              <a:rPr lang="en-US" dirty="0" err="1"/>
              <a:t>đồng</a:t>
            </a:r>
            <a:r>
              <a:rPr lang="en-US" dirty="0"/>
              <a:t>, </a:t>
            </a:r>
            <a:r>
              <a:rPr lang="en-US" dirty="0" err="1"/>
              <a:t>hồ</a:t>
            </a:r>
            <a:r>
              <a:rPr lang="en-US" dirty="0"/>
              <a:t> </a:t>
            </a:r>
            <a:r>
              <a:rPr lang="en-US" dirty="0" err="1"/>
              <a:t>sơ</a:t>
            </a:r>
            <a:r>
              <a:rPr lang="en-US" dirty="0"/>
              <a:t> </a:t>
            </a:r>
            <a:r>
              <a:rPr lang="en-US" dirty="0" err="1"/>
              <a:t>thanh</a:t>
            </a:r>
            <a:r>
              <a:rPr lang="en-US" dirty="0"/>
              <a:t> </a:t>
            </a:r>
            <a:r>
              <a:rPr lang="en-US" dirty="0" err="1"/>
              <a:t>toán</a:t>
            </a:r>
            <a:r>
              <a:rPr lang="en-US" dirty="0"/>
              <a:t> </a:t>
            </a:r>
            <a:r>
              <a:rPr lang="en-US" dirty="0" err="1"/>
              <a:t>và</a:t>
            </a:r>
            <a:r>
              <a:rPr lang="en-US" dirty="0"/>
              <a:t> </a:t>
            </a:r>
            <a:r>
              <a:rPr lang="en-US" dirty="0" err="1"/>
              <a:t>tiến</a:t>
            </a:r>
            <a:r>
              <a:rPr lang="en-US" dirty="0"/>
              <a:t> </a:t>
            </a:r>
            <a:r>
              <a:rPr lang="en-US" dirty="0" err="1"/>
              <a:t>độ</a:t>
            </a:r>
            <a:r>
              <a:rPr lang="en-US" dirty="0"/>
              <a:t> </a:t>
            </a:r>
            <a:r>
              <a:rPr lang="en-US" dirty="0" err="1"/>
              <a:t>dự</a:t>
            </a:r>
            <a:r>
              <a:rPr lang="en-US" dirty="0"/>
              <a:t> </a:t>
            </a:r>
            <a:r>
              <a:rPr lang="en-US" dirty="0" err="1"/>
              <a:t>án</a:t>
            </a:r>
            <a:r>
              <a:rPr lang="en-US" dirty="0"/>
              <a:t> </a:t>
            </a:r>
            <a:r>
              <a:rPr lang="en-US" dirty="0" err="1"/>
              <a:t>để</a:t>
            </a:r>
            <a:r>
              <a:rPr lang="en-US" dirty="0"/>
              <a:t> </a:t>
            </a:r>
            <a:r>
              <a:rPr lang="en-US" dirty="0" err="1"/>
              <a:t>báo</a:t>
            </a:r>
            <a:r>
              <a:rPr lang="en-US" dirty="0"/>
              <a:t> </a:t>
            </a:r>
            <a:r>
              <a:rPr lang="en-US" dirty="0" err="1"/>
              <a:t>cáo</a:t>
            </a:r>
            <a:r>
              <a:rPr lang="en-US" dirty="0"/>
              <a:t> </a:t>
            </a:r>
            <a:r>
              <a:rPr lang="en-US" dirty="0" err="1"/>
              <a:t>kịp</a:t>
            </a:r>
            <a:r>
              <a:rPr lang="en-US" dirty="0"/>
              <a:t> </a:t>
            </a:r>
            <a:r>
              <a:rPr lang="en-US" dirty="0" err="1"/>
              <a:t>thời</a:t>
            </a:r>
            <a:r>
              <a:rPr lang="en-US" dirty="0"/>
              <a:t> </a:t>
            </a:r>
            <a:r>
              <a:rPr lang="en-US" dirty="0" err="1"/>
              <a:t>cho</a:t>
            </a:r>
            <a:r>
              <a:rPr lang="en-US" dirty="0"/>
              <a:t> Trương </a:t>
            </a:r>
            <a:r>
              <a:rPr lang="en-US" dirty="0" err="1"/>
              <a:t>Tổng</a:t>
            </a:r>
            <a:r>
              <a:rPr lang="en-US" dirty="0"/>
              <a:t>.</a:t>
            </a:r>
          </a:p>
          <a:p>
            <a:r>
              <a:rPr lang="en-US" b="1" dirty="0" err="1"/>
              <a:t>下週將持續追蹤並完成</a:t>
            </a:r>
            <a:r>
              <a:rPr lang="en-US" b="1" dirty="0"/>
              <a:t> Cheng Feng </a:t>
            </a:r>
            <a:r>
              <a:rPr lang="en-US" b="1" dirty="0" err="1"/>
              <a:t>合約、INV</a:t>
            </a:r>
            <a:r>
              <a:rPr lang="en-US" b="1" dirty="0"/>
              <a:t>/PKL </a:t>
            </a:r>
            <a:r>
              <a:rPr lang="en-US" b="1" dirty="0" err="1"/>
              <a:t>及海關申報相關文件，同時與報關公司及雙方會計部門配合，確認仍缺少或需要修改的資料</a:t>
            </a:r>
            <a:r>
              <a:rPr lang="en-US" b="1" dirty="0"/>
              <a:t>。</a:t>
            </a:r>
            <a:endParaRPr lang="en-US" dirty="0"/>
          </a:p>
          <a:p>
            <a:r>
              <a:rPr lang="en-US" b="1" dirty="0" err="1"/>
              <a:t>持續追蹤</a:t>
            </a:r>
            <a:r>
              <a:rPr lang="en-US" b="1" dirty="0"/>
              <a:t> TBL </a:t>
            </a:r>
            <a:r>
              <a:rPr lang="en-US" b="1" dirty="0" err="1"/>
              <a:t>伺服器、電腦及相關設備的準備、運輸與交貨進度，提前確認收貨人及交貨時間，避免影響專案執行進度</a:t>
            </a:r>
            <a:r>
              <a:rPr lang="en-US" b="1" dirty="0"/>
              <a:t>。</a:t>
            </a:r>
            <a:endParaRPr lang="en-US" dirty="0"/>
          </a:p>
          <a:p>
            <a:r>
              <a:rPr lang="en-US" b="1" dirty="0" err="1"/>
              <a:t>針對</a:t>
            </a:r>
            <a:r>
              <a:rPr lang="en-US" b="1" dirty="0"/>
              <a:t> CX </a:t>
            </a:r>
            <a:r>
              <a:rPr lang="en-US" b="1" dirty="0" err="1"/>
              <a:t>專案，持續追蹤驗收、發票及待付款應收款狀況，主動與客戶確認尚缺少的文件，並推動客戶儘快完成付款流程</a:t>
            </a:r>
            <a:r>
              <a:rPr lang="en-US" b="1" dirty="0"/>
              <a:t>。</a:t>
            </a:r>
            <a:endParaRPr lang="en-US" dirty="0"/>
          </a:p>
          <a:p>
            <a:r>
              <a:rPr lang="en-US" b="1" dirty="0"/>
              <a:t>另外，辦公桌椅報價確認後，持續追蹤採購及交貨安排，與供應商確認顏色、產品款式及實際交期。同時持續更新各項報價、合約、付款文件及專案進度，以便及時向張總報告。</a:t>
            </a:r>
            <a:endParaRPr lang="en-US" dirty="0"/>
          </a:p>
          <a:p>
            <a:pPr lvl="0"/>
            <a:endParaRPr lang="en-US" dirty="0"/>
          </a:p>
          <a:p>
            <a:endParaRPr lang="zh-CN" alt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943*498"/>
  <p:tag name="TABLE_ENDDRAG_RECT" val="8*33*943*498"/>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943*498"/>
  <p:tag name="TABLE_ENDDRAG_RECT" val="8*33*943*498"/>
</p:tagLst>
</file>

<file path=ppt/theme/theme1.xml><?xml version="1.0" encoding="utf-8"?>
<a:theme xmlns:a="http://schemas.openxmlformats.org/drawingml/2006/main" name="Office Theme">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216</TotalTime>
  <Words>3033</Words>
  <Application>Microsoft Office PowerPoint</Application>
  <PresentationFormat>Widescreen</PresentationFormat>
  <Paragraphs>162</Paragraphs>
  <Slides>11</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Microsoft JhengHei</vt:lpstr>
      <vt:lpstr>Aptos</vt:lpstr>
      <vt:lpstr>Arial</vt:lpstr>
      <vt:lpstr>Calibri</vt:lpstr>
      <vt:lpstr>Calibri Light</vt:lpstr>
      <vt:lpstr>Times New Roman</vt:lpstr>
      <vt:lpstr>Office Theme</vt:lpstr>
      <vt:lpstr>Weekly Report</vt:lpstr>
      <vt:lpstr>10/05–10/10 This Week’s Schedule（10/11 调整）</vt:lpstr>
      <vt:lpstr>PowerPoint Presentation</vt:lpstr>
      <vt:lpstr>PowerPoint Presentation</vt:lpstr>
      <vt:lpstr>PowerPoint Presentation</vt:lpstr>
      <vt:lpstr>PowerPoint Presentation</vt:lpstr>
      <vt:lpstr>PowerPoint Presentation</vt:lpstr>
      <vt:lpstr>PowerPoint Presentation</vt:lpstr>
      <vt:lpstr>Next Week Task</vt:lpstr>
      <vt:lpstr>10/12–10/17 Next Week’s Tasks – Scheduled（10/18 調整）</vt:lpstr>
      <vt:lpstr>To Do List 待處理事項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Weekly Report</dc:title>
  <dc:creator>大助 藥屋</dc:creator>
  <cp:lastModifiedBy>洋銘資訊</cp:lastModifiedBy>
  <cp:revision>1670</cp:revision>
  <dcterms:created xsi:type="dcterms:W3CDTF">2021-11-12T02:01:00Z</dcterms:created>
  <dcterms:modified xsi:type="dcterms:W3CDTF">2026-10-09T02:26:43Z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55EE86B32F0141AD9B868265118C272D_13</vt:lpwstr>
  </property>
  <property fmtid="{D5CDD505-2E9C-101B-9397-08002B2CF9AE}" pid="3" name="KSOProductBuildVer">
    <vt:lpwstr>1033-12.1.0.28032</vt:lpwstr>
  </property>
</Properties>
</file>